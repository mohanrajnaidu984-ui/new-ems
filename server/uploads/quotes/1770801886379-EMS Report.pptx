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C8FC9-F22C-4D38-B55B-D68D7D754A09}" v="162" dt="2026-02-02T09:01:38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Naidu" userId="cfd67924-db9d-460a-b9cc-a86638b55919" providerId="ADAL" clId="{72F2CC67-F7B5-49EE-9E50-3C080D9C5407}"/>
    <pc:docChg chg="undo custSel addSld modSld">
      <pc:chgData name="Mohan Naidu" userId="cfd67924-db9d-460a-b9cc-a86638b55919" providerId="ADAL" clId="{72F2CC67-F7B5-49EE-9E50-3C080D9C5407}" dt="2026-02-02T09:01:57.865" v="2415" actId="113"/>
      <pc:docMkLst>
        <pc:docMk/>
      </pc:docMkLst>
      <pc:sldChg chg="addSp delSp modSp mod">
        <pc:chgData name="Mohan Naidu" userId="cfd67924-db9d-460a-b9cc-a86638b55919" providerId="ADAL" clId="{72F2CC67-F7B5-49EE-9E50-3C080D9C5407}" dt="2026-02-01T13:13:43.297" v="2111" actId="20577"/>
        <pc:sldMkLst>
          <pc:docMk/>
          <pc:sldMk cId="1556859466" sldId="256"/>
        </pc:sldMkLst>
        <pc:spChg chg="add mod">
          <ac:chgData name="Mohan Naidu" userId="cfd67924-db9d-460a-b9cc-a86638b55919" providerId="ADAL" clId="{72F2CC67-F7B5-49EE-9E50-3C080D9C5407}" dt="2026-02-01T13:13:43.297" v="2111" actId="20577"/>
          <ac:spMkLst>
            <pc:docMk/>
            <pc:sldMk cId="1556859466" sldId="256"/>
            <ac:spMk id="2" creationId="{3DB29FCD-017D-68D7-86F3-B15A3E334EF1}"/>
          </ac:spMkLst>
        </pc:spChg>
        <pc:spChg chg="mo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4" creationId="{80437BA4-B6EA-86D9-70B0-2DB0F3C1547B}"/>
          </ac:spMkLst>
        </pc:spChg>
        <pc:spChg chg="mo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5" creationId="{529A6ABF-2038-2B8E-6047-62E9AAE01548}"/>
          </ac:spMkLst>
        </pc:spChg>
        <pc:spChg chg="mod">
          <ac:chgData name="Mohan Naidu" userId="cfd67924-db9d-460a-b9cc-a86638b55919" providerId="ADAL" clId="{72F2CC67-F7B5-49EE-9E50-3C080D9C5407}" dt="2026-01-30T06:53:02.563" v="17" actId="20577"/>
          <ac:spMkLst>
            <pc:docMk/>
            <pc:sldMk cId="1556859466" sldId="256"/>
            <ac:spMk id="20" creationId="{7473F208-EC80-485B-BFD8-EC2CA2A4F716}"/>
          </ac:spMkLst>
        </pc:spChg>
        <pc:spChg chg="mo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21" creationId="{3FE6ECB1-35AC-D2D1-ACB5-46EC89C2209B}"/>
          </ac:spMkLst>
        </pc:spChg>
        <pc:spChg chg="add mod">
          <ac:chgData name="Mohan Naidu" userId="cfd67924-db9d-460a-b9cc-a86638b55919" providerId="ADAL" clId="{72F2CC67-F7B5-49EE-9E50-3C080D9C5407}" dt="2026-01-30T07:58:06.506" v="1983" actId="14100"/>
          <ac:spMkLst>
            <pc:docMk/>
            <pc:sldMk cId="1556859466" sldId="256"/>
            <ac:spMk id="25" creationId="{6A0BE81D-B2DA-6F02-E813-25598518FD83}"/>
          </ac:spMkLst>
        </pc:spChg>
        <pc:spChg chg="add mod">
          <ac:chgData name="Mohan Naidu" userId="cfd67924-db9d-460a-b9cc-a86638b55919" providerId="ADAL" clId="{72F2CC67-F7B5-49EE-9E50-3C080D9C5407}" dt="2026-01-30T07:08:19.101" v="740" actId="1036"/>
          <ac:spMkLst>
            <pc:docMk/>
            <pc:sldMk cId="1556859466" sldId="256"/>
            <ac:spMk id="26" creationId="{203486BD-B044-90FD-213B-E2DBBB7DE3EA}"/>
          </ac:spMkLst>
        </pc:spChg>
        <pc:spChg chg="add mo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29" creationId="{4D8C334F-2A16-3CD8-5533-1B2D51B4C9C8}"/>
          </ac:spMkLst>
        </pc:spChg>
        <pc:spChg chg="add mod">
          <ac:chgData name="Mohan Naidu" userId="cfd67924-db9d-460a-b9cc-a86638b55919" providerId="ADAL" clId="{72F2CC67-F7B5-49EE-9E50-3C080D9C5407}" dt="2026-01-30T07:57:18.086" v="1891" actId="1038"/>
          <ac:spMkLst>
            <pc:docMk/>
            <pc:sldMk cId="1556859466" sldId="256"/>
            <ac:spMk id="32" creationId="{CFA410F9-8D7A-4015-0489-1335D69B7723}"/>
          </ac:spMkLst>
        </pc:spChg>
        <pc:spChg chg="add mo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33" creationId="{E65A662A-1F1C-BDD1-7426-6145681EBCF3}"/>
          </ac:spMkLst>
        </pc:spChg>
        <pc:spChg chg="add mod">
          <ac:chgData name="Mohan Naidu" userId="cfd67924-db9d-460a-b9cc-a86638b55919" providerId="ADAL" clId="{72F2CC67-F7B5-49EE-9E50-3C080D9C5407}" dt="2026-01-30T07:56:57.712" v="1837" actId="1038"/>
          <ac:spMkLst>
            <pc:docMk/>
            <pc:sldMk cId="1556859466" sldId="256"/>
            <ac:spMk id="34" creationId="{B660EFA6-67D7-6E91-D67D-36AFF330DAB8}"/>
          </ac:spMkLst>
        </pc:spChg>
        <pc:spChg chg="add mod">
          <ac:chgData name="Mohan Naidu" userId="cfd67924-db9d-460a-b9cc-a86638b55919" providerId="ADAL" clId="{72F2CC67-F7B5-49EE-9E50-3C080D9C5407}" dt="2026-01-30T13:33:00.658" v="2053" actId="1076"/>
          <ac:spMkLst>
            <pc:docMk/>
            <pc:sldMk cId="1556859466" sldId="256"/>
            <ac:spMk id="41" creationId="{BC63B2C4-417C-7707-95DB-1EC2E21756FC}"/>
          </ac:spMkLst>
        </pc:spChg>
        <pc:spChg chg="add mod">
          <ac:chgData name="Mohan Naidu" userId="cfd67924-db9d-460a-b9cc-a86638b55919" providerId="ADAL" clId="{72F2CC67-F7B5-49EE-9E50-3C080D9C5407}" dt="2026-01-30T13:33:05.904" v="2054" actId="1076"/>
          <ac:spMkLst>
            <pc:docMk/>
            <pc:sldMk cId="1556859466" sldId="256"/>
            <ac:spMk id="42" creationId="{C10E8F2A-2F17-9E08-A6EB-E705BA5F0690}"/>
          </ac:spMkLst>
        </pc:spChg>
        <pc:spChg chg="add mod">
          <ac:chgData name="Mohan Naidu" userId="cfd67924-db9d-460a-b9cc-a86638b55919" providerId="ADAL" clId="{72F2CC67-F7B5-49EE-9E50-3C080D9C5407}" dt="2026-01-30T13:32:39.604" v="2038" actId="14100"/>
          <ac:spMkLst>
            <pc:docMk/>
            <pc:sldMk cId="1556859466" sldId="256"/>
            <ac:spMk id="45" creationId="{391B87B8-A6E7-ADFE-E647-7CCDB7D92348}"/>
          </ac:spMkLst>
        </pc:spChg>
        <pc:spChg chg="add mod">
          <ac:chgData name="Mohan Naidu" userId="cfd67924-db9d-460a-b9cc-a86638b55919" providerId="ADAL" clId="{72F2CC67-F7B5-49EE-9E50-3C080D9C5407}" dt="2026-01-30T07:57:29.036" v="1929" actId="1038"/>
          <ac:spMkLst>
            <pc:docMk/>
            <pc:sldMk cId="1556859466" sldId="256"/>
            <ac:spMk id="46" creationId="{63BFB25D-7186-2582-4A53-632DF94E9867}"/>
          </ac:spMkLst>
        </pc:spChg>
        <pc:spChg chg="add mod">
          <ac:chgData name="Mohan Naidu" userId="cfd67924-db9d-460a-b9cc-a86638b55919" providerId="ADAL" clId="{72F2CC67-F7B5-49EE-9E50-3C080D9C5407}" dt="2026-01-30T07:57:29.036" v="1929" actId="1038"/>
          <ac:spMkLst>
            <pc:docMk/>
            <pc:sldMk cId="1556859466" sldId="256"/>
            <ac:spMk id="47" creationId="{9F05FB88-C567-7796-DFDB-A1B3E1E88D2C}"/>
          </ac:spMkLst>
        </pc:spChg>
        <pc:spChg chg="add mod">
          <ac:chgData name="Mohan Naidu" userId="cfd67924-db9d-460a-b9cc-a86638b55919" providerId="ADAL" clId="{72F2CC67-F7B5-49EE-9E50-3C080D9C5407}" dt="2026-01-30T07:57:22.516" v="1900" actId="1038"/>
          <ac:spMkLst>
            <pc:docMk/>
            <pc:sldMk cId="1556859466" sldId="256"/>
            <ac:spMk id="54" creationId="{74D68020-7D03-1CCC-ED1D-E592A0738B75}"/>
          </ac:spMkLst>
        </pc:spChg>
        <pc:spChg chg="add mo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55" creationId="{75C9FBB0-6848-9D3B-1728-83919E287534}"/>
          </ac:spMkLst>
        </pc:spChg>
        <pc:spChg chg="add mod or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57" creationId="{164D716F-6A06-0EFF-2DA6-74021144BDBB}"/>
          </ac:spMkLst>
        </pc:spChg>
        <pc:spChg chg="add mod or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58" creationId="{6C7AD278-15DD-7E77-974D-16A3C7E65495}"/>
          </ac:spMkLst>
        </pc:spChg>
        <pc:spChg chg="add mod or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60" creationId="{D06BE35F-39BB-AA2B-C199-23FDEEF0CC7C}"/>
          </ac:spMkLst>
        </pc:spChg>
        <pc:spChg chg="add mod or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61" creationId="{54AE4796-CB89-2CB3-B054-F26307AC32D2}"/>
          </ac:spMkLst>
        </pc:spChg>
        <pc:spChg chg="add mod or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63" creationId="{686E125D-4AB0-5B69-20EB-D42B9969E663}"/>
          </ac:spMkLst>
        </pc:spChg>
        <pc:spChg chg="add mod ord">
          <ac:chgData name="Mohan Naidu" userId="cfd67924-db9d-460a-b9cc-a86638b55919" providerId="ADAL" clId="{72F2CC67-F7B5-49EE-9E50-3C080D9C5407}" dt="2026-01-30T07:56:57.712" v="1837" actId="1038"/>
          <ac:spMkLst>
            <pc:docMk/>
            <pc:sldMk cId="1556859466" sldId="256"/>
            <ac:spMk id="64" creationId="{65244E12-26A9-419F-BCF0-F436B451F77A}"/>
          </ac:spMkLst>
        </pc:spChg>
        <pc:spChg chg="add mod">
          <ac:chgData name="Mohan Naidu" userId="cfd67924-db9d-460a-b9cc-a86638b55919" providerId="ADAL" clId="{72F2CC67-F7B5-49EE-9E50-3C080D9C5407}" dt="2026-01-30T07:57:22.516" v="1900" actId="1038"/>
          <ac:spMkLst>
            <pc:docMk/>
            <pc:sldMk cId="1556859466" sldId="256"/>
            <ac:spMk id="68" creationId="{798ECC2A-30F5-3E5F-9BA6-D579E376D585}"/>
          </ac:spMkLst>
        </pc:spChg>
        <pc:spChg chg="add mod">
          <ac:chgData name="Mohan Naidu" userId="cfd67924-db9d-460a-b9cc-a86638b55919" providerId="ADAL" clId="{72F2CC67-F7B5-49EE-9E50-3C080D9C5407}" dt="2026-01-30T07:57:18.086" v="1891" actId="1038"/>
          <ac:spMkLst>
            <pc:docMk/>
            <pc:sldMk cId="1556859466" sldId="256"/>
            <ac:spMk id="69" creationId="{51794644-7647-C43B-411A-1281812D37AF}"/>
          </ac:spMkLst>
        </pc:spChg>
        <pc:spChg chg="add del mod">
          <ac:chgData name="Mohan Naidu" userId="cfd67924-db9d-460a-b9cc-a86638b55919" providerId="ADAL" clId="{72F2CC67-F7B5-49EE-9E50-3C080D9C5407}" dt="2026-01-30T07:57:04.327" v="1864" actId="1038"/>
          <ac:spMkLst>
            <pc:docMk/>
            <pc:sldMk cId="1556859466" sldId="256"/>
            <ac:spMk id="70" creationId="{748FC9AB-54BC-0B1D-FA37-B00E8DC1A167}"/>
          </ac:spMkLst>
        </pc:spChg>
        <pc:spChg chg="add mod">
          <ac:chgData name="Mohan Naidu" userId="cfd67924-db9d-460a-b9cc-a86638b55919" providerId="ADAL" clId="{72F2CC67-F7B5-49EE-9E50-3C080D9C5407}" dt="2026-01-30T07:58:18.394" v="1994" actId="1038"/>
          <ac:spMkLst>
            <pc:docMk/>
            <pc:sldMk cId="1556859466" sldId="256"/>
            <ac:spMk id="71" creationId="{B8AAFBC4-9B4A-A4EB-027B-A8243AD2914D}"/>
          </ac:spMkLst>
        </pc:spChg>
        <pc:spChg chg="add mo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78" creationId="{A5C743E5-7900-F764-683A-7AE1593D3C2F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79" creationId="{67624B39-CABF-9F34-44EC-B8750DD047D6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80" creationId="{79AF133F-A0BB-B65D-442C-12A5738EB288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81" creationId="{8F33114D-6D9A-4C36-8EBC-255FA516D0C1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84" creationId="{EDDCD876-030D-7903-92F3-1B6F7AD6A0CE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85" creationId="{B8B0B5D7-928A-9029-194C-1E9529AFFEA5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86" creationId="{B419B0ED-6522-60F6-2C15-A0A44CB48EA0}"/>
          </ac:spMkLst>
        </pc:spChg>
        <pc:spChg chg="add mod">
          <ac:chgData name="Mohan Naidu" userId="cfd67924-db9d-460a-b9cc-a86638b55919" providerId="ADAL" clId="{72F2CC67-F7B5-49EE-9E50-3C080D9C5407}" dt="2026-01-30T13:32:42.915" v="2052" actId="1038"/>
          <ac:spMkLst>
            <pc:docMk/>
            <pc:sldMk cId="1556859466" sldId="256"/>
            <ac:spMk id="87" creationId="{86D1909B-17D3-053A-C290-237954BF19E5}"/>
          </ac:spMkLst>
        </pc:spChg>
        <pc:spChg chg="add mod">
          <ac:chgData name="Mohan Naidu" userId="cfd67924-db9d-460a-b9cc-a86638b55919" providerId="ADAL" clId="{72F2CC67-F7B5-49EE-9E50-3C080D9C5407}" dt="2026-01-30T07:57:34.076" v="1930" actId="1076"/>
          <ac:spMkLst>
            <pc:docMk/>
            <pc:sldMk cId="1556859466" sldId="256"/>
            <ac:spMk id="92" creationId="{94DCA9EA-CFF4-5C6F-A704-899D2765F3D6}"/>
          </ac:spMkLst>
        </pc:spChg>
        <pc:spChg chg="add mod">
          <ac:chgData name="Mohan Naidu" userId="cfd67924-db9d-460a-b9cc-a86638b55919" providerId="ADAL" clId="{72F2CC67-F7B5-49EE-9E50-3C080D9C5407}" dt="2026-01-30T07:55:23.226" v="1712" actId="113"/>
          <ac:spMkLst>
            <pc:docMk/>
            <pc:sldMk cId="1556859466" sldId="256"/>
            <ac:spMk id="93" creationId="{19C8AC24-5D43-8908-ABE5-0E63D2291A02}"/>
          </ac:spMkLst>
        </pc:spChg>
        <pc:spChg chg="add mod">
          <ac:chgData name="Mohan Naidu" userId="cfd67924-db9d-460a-b9cc-a86638b55919" providerId="ADAL" clId="{72F2CC67-F7B5-49EE-9E50-3C080D9C5407}" dt="2026-01-30T07:55:23.226" v="1712" actId="113"/>
          <ac:spMkLst>
            <pc:docMk/>
            <pc:sldMk cId="1556859466" sldId="256"/>
            <ac:spMk id="94" creationId="{C345568F-7B40-31A8-4D6E-13D76770DD40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100" creationId="{34F4091B-4707-912E-E8BB-E088FAFADE1E}"/>
          </ac:spMkLst>
        </pc:spChg>
        <pc:spChg chg="add mo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101" creationId="{55EC1FC0-5371-44DC-0C1F-D7808F758356}"/>
          </ac:spMkLst>
        </pc:spChg>
        <pc:spChg chg="add mod">
          <ac:chgData name="Mohan Naidu" userId="cfd67924-db9d-460a-b9cc-a86638b55919" providerId="ADAL" clId="{72F2CC67-F7B5-49EE-9E50-3C080D9C5407}" dt="2026-01-30T07:37:52.777" v="1466" actId="20577"/>
          <ac:spMkLst>
            <pc:docMk/>
            <pc:sldMk cId="1556859466" sldId="256"/>
            <ac:spMk id="103" creationId="{64F2429D-8238-DA45-D35B-C162A12EC387}"/>
          </ac:spMkLst>
        </pc:spChg>
        <pc:spChg chg="add mod">
          <ac:chgData name="Mohan Naidu" userId="cfd67924-db9d-460a-b9cc-a86638b55919" providerId="ADAL" clId="{72F2CC67-F7B5-49EE-9E50-3C080D9C5407}" dt="2026-01-30T07:57:40.075" v="1948" actId="1038"/>
          <ac:spMkLst>
            <pc:docMk/>
            <pc:sldMk cId="1556859466" sldId="256"/>
            <ac:spMk id="104" creationId="{C86FD14F-09D0-E690-F202-34F630D87EAF}"/>
          </ac:spMkLst>
        </pc:spChg>
        <pc:spChg chg="add mod">
          <ac:chgData name="Mohan Naidu" userId="cfd67924-db9d-460a-b9cc-a86638b55919" providerId="ADAL" clId="{72F2CC67-F7B5-49EE-9E50-3C080D9C5407}" dt="2026-01-30T07:56:10.250" v="1766" actId="1037"/>
          <ac:spMkLst>
            <pc:docMk/>
            <pc:sldMk cId="1556859466" sldId="256"/>
            <ac:spMk id="105" creationId="{B29868D9-D542-C8EB-ED53-FD533CCF3E28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08" creationId="{A6947522-609F-8E7D-E2B2-90BC046F882D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09" creationId="{19DE4F48-25CB-804B-1E15-AF76D6BA336B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13" creationId="{495DB51F-290F-3B87-2D1F-DBD36D3E20B1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14" creationId="{59E8BD92-103D-ADF6-23F2-90AAF490E7A5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18" creationId="{E4BA4E8F-FD9D-3A30-6101-0354CCDB1F76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19" creationId="{C938E3F1-011C-9DE1-D587-F8641592F008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26" creationId="{02D0B623-7CBB-3748-CEAA-48D304DD3801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27" creationId="{7DD95634-AABF-A0E6-3743-94469D9324D9}"/>
          </ac:spMkLst>
        </pc:spChg>
        <pc:spChg chg="add mod">
          <ac:chgData name="Mohan Naidu" userId="cfd67924-db9d-460a-b9cc-a86638b55919" providerId="ADAL" clId="{72F2CC67-F7B5-49EE-9E50-3C080D9C5407}" dt="2026-01-30T07:58:01.011" v="1982" actId="1037"/>
          <ac:spMkLst>
            <pc:docMk/>
            <pc:sldMk cId="1556859466" sldId="256"/>
            <ac:spMk id="1024" creationId="{39EEBB69-C139-E2EE-C1B2-EE476506BA70}"/>
          </ac:spMkLst>
        </pc:spChg>
        <pc:spChg chg="add mod">
          <ac:chgData name="Mohan Naidu" userId="cfd67924-db9d-460a-b9cc-a86638b55919" providerId="ADAL" clId="{72F2CC67-F7B5-49EE-9E50-3C080D9C5407}" dt="2026-01-30T07:50:19.524" v="1621" actId="571"/>
          <ac:spMkLst>
            <pc:docMk/>
            <pc:sldMk cId="1556859466" sldId="256"/>
            <ac:spMk id="1025" creationId="{8096F9FF-1317-84FF-6479-2B16D971C11C}"/>
          </ac:spMkLst>
        </pc:spChg>
        <pc:spChg chg="add mod">
          <ac:chgData name="Mohan Naidu" userId="cfd67924-db9d-460a-b9cc-a86638b55919" providerId="ADAL" clId="{72F2CC67-F7B5-49EE-9E50-3C080D9C5407}" dt="2026-01-30T07:50:22.229" v="1622" actId="571"/>
          <ac:spMkLst>
            <pc:docMk/>
            <pc:sldMk cId="1556859466" sldId="256"/>
            <ac:spMk id="1027" creationId="{23B17393-5C98-CFBE-04BB-4B577FDE9326}"/>
          </ac:spMkLst>
        </pc:spChg>
        <pc:spChg chg="add mod">
          <ac:chgData name="Mohan Naidu" userId="cfd67924-db9d-460a-b9cc-a86638b55919" providerId="ADAL" clId="{72F2CC67-F7B5-49EE-9E50-3C080D9C5407}" dt="2026-01-30T07:50:24.763" v="1623" actId="571"/>
          <ac:spMkLst>
            <pc:docMk/>
            <pc:sldMk cId="1556859466" sldId="256"/>
            <ac:spMk id="1028" creationId="{460F8FB1-73C7-41FF-016A-3CB8CCB86896}"/>
          </ac:spMkLst>
        </pc:spChg>
        <pc:spChg chg="add mod">
          <ac:chgData name="Mohan Naidu" userId="cfd67924-db9d-460a-b9cc-a86638b55919" providerId="ADAL" clId="{72F2CC67-F7B5-49EE-9E50-3C080D9C5407}" dt="2026-01-30T07:50:37.433" v="1633" actId="6549"/>
          <ac:spMkLst>
            <pc:docMk/>
            <pc:sldMk cId="1556859466" sldId="256"/>
            <ac:spMk id="1029" creationId="{37052976-F238-0432-FD2D-2EBE714ED933}"/>
          </ac:spMkLst>
        </pc:spChg>
        <pc:spChg chg="add mod">
          <ac:chgData name="Mohan Naidu" userId="cfd67924-db9d-460a-b9cc-a86638b55919" providerId="ADAL" clId="{72F2CC67-F7B5-49EE-9E50-3C080D9C5407}" dt="2026-01-30T07:56:18.915" v="1797" actId="1037"/>
          <ac:spMkLst>
            <pc:docMk/>
            <pc:sldMk cId="1556859466" sldId="256"/>
            <ac:spMk id="1034" creationId="{B9ECA226-E19B-31FB-9422-39B90FD29AF2}"/>
          </ac:spMkLst>
        </pc:spChg>
        <pc:grpChg chg="add mod">
          <ac:chgData name="Mohan Naidu" userId="cfd67924-db9d-460a-b9cc-a86638b55919" providerId="ADAL" clId="{72F2CC67-F7B5-49EE-9E50-3C080D9C5407}" dt="2026-01-30T07:43:41.488" v="1554" actId="571"/>
          <ac:grpSpMkLst>
            <pc:docMk/>
            <pc:sldMk cId="1556859466" sldId="256"/>
            <ac:grpSpMk id="110" creationId="{A9A50152-7A04-C78E-DED3-FC5C47F72C6F}"/>
          </ac:grpSpMkLst>
        </pc:grpChg>
        <pc:grpChg chg="add mod">
          <ac:chgData name="Mohan Naidu" userId="cfd67924-db9d-460a-b9cc-a86638b55919" providerId="ADAL" clId="{72F2CC67-F7B5-49EE-9E50-3C080D9C5407}" dt="2026-01-30T07:43:41.488" v="1554" actId="571"/>
          <ac:grpSpMkLst>
            <pc:docMk/>
            <pc:sldMk cId="1556859466" sldId="256"/>
            <ac:grpSpMk id="115" creationId="{8BA81730-A2C5-EEC5-0E7F-0E7670D4573E}"/>
          </ac:grpSpMkLst>
        </pc:grpChg>
        <pc:grpChg chg="add mod">
          <ac:chgData name="Mohan Naidu" userId="cfd67924-db9d-460a-b9cc-a86638b55919" providerId="ADAL" clId="{72F2CC67-F7B5-49EE-9E50-3C080D9C5407}" dt="2026-01-30T07:43:41.488" v="1554" actId="571"/>
          <ac:grpSpMkLst>
            <pc:docMk/>
            <pc:sldMk cId="1556859466" sldId="256"/>
            <ac:grpSpMk id="120" creationId="{AB15EEEE-1107-9CE9-11A5-F2273F75C70C}"/>
          </ac:grpSpMkLst>
        </pc:grpChg>
        <pc:picChg chg="add mod">
          <ac:chgData name="Mohan Naidu" userId="cfd67924-db9d-460a-b9cc-a86638b55919" providerId="ADAL" clId="{72F2CC67-F7B5-49EE-9E50-3C080D9C5407}" dt="2026-01-30T07:28:37.241" v="1277" actId="1036"/>
          <ac:picMkLst>
            <pc:docMk/>
            <pc:sldMk cId="1556859466" sldId="256"/>
            <ac:picMk id="89" creationId="{D7C1399F-5080-93BA-34A7-FB5943DC3F44}"/>
          </ac:picMkLst>
        </pc:picChg>
        <pc:picChg chg="add mod">
          <ac:chgData name="Mohan Naidu" userId="cfd67924-db9d-460a-b9cc-a86638b55919" providerId="ADAL" clId="{72F2CC67-F7B5-49EE-9E50-3C080D9C5407}" dt="2026-01-30T07:55:05.546" v="1698" actId="1076"/>
          <ac:picMkLst>
            <pc:docMk/>
            <pc:sldMk cId="1556859466" sldId="256"/>
            <ac:picMk id="97" creationId="{0200900C-9AA2-AAFD-5333-73F7D05BBF49}"/>
          </ac:picMkLst>
        </pc:picChg>
        <pc:picChg chg="add mod">
          <ac:chgData name="Mohan Naidu" userId="cfd67924-db9d-460a-b9cc-a86638b55919" providerId="ADAL" clId="{72F2CC67-F7B5-49EE-9E50-3C080D9C5407}" dt="2026-01-30T07:55:00.609" v="1697" actId="1076"/>
          <ac:picMkLst>
            <pc:docMk/>
            <pc:sldMk cId="1556859466" sldId="256"/>
            <ac:picMk id="98" creationId="{06C9AFD7-7C41-0249-7662-69E34A1D8AFC}"/>
          </ac:picMkLst>
        </pc:picChg>
        <pc:picChg chg="add mod">
          <ac:chgData name="Mohan Naidu" userId="cfd67924-db9d-460a-b9cc-a86638b55919" providerId="ADAL" clId="{72F2CC67-F7B5-49EE-9E50-3C080D9C5407}" dt="2026-01-30T07:56:10.250" v="1766" actId="1037"/>
          <ac:picMkLst>
            <pc:docMk/>
            <pc:sldMk cId="1556859466" sldId="256"/>
            <ac:picMk id="107" creationId="{CC26ED60-9799-1F0B-E13B-9239129E7560}"/>
          </ac:picMkLst>
        </pc:picChg>
        <pc:picChg chg="add mod">
          <ac:chgData name="Mohan Naidu" userId="cfd67924-db9d-460a-b9cc-a86638b55919" providerId="ADAL" clId="{72F2CC67-F7B5-49EE-9E50-3C080D9C5407}" dt="2026-01-30T07:52:49.786" v="1654" actId="14100"/>
          <ac:picMkLst>
            <pc:docMk/>
            <pc:sldMk cId="1556859466" sldId="256"/>
            <ac:picMk id="123" creationId="{60E7CD11-C57B-D732-F030-85083591CCD3}"/>
          </ac:picMkLst>
        </pc:picChg>
        <pc:picChg chg="add mod">
          <ac:chgData name="Mohan Naidu" userId="cfd67924-db9d-460a-b9cc-a86638b55919" providerId="ADAL" clId="{72F2CC67-F7B5-49EE-9E50-3C080D9C5407}" dt="2026-01-30T07:58:01.011" v="1982" actId="1037"/>
          <ac:picMkLst>
            <pc:docMk/>
            <pc:sldMk cId="1556859466" sldId="256"/>
            <ac:picMk id="125" creationId="{4CF5115F-F251-40D8-845F-8BFB40778D7B}"/>
          </ac:picMkLst>
        </pc:picChg>
        <pc:picChg chg="add mod">
          <ac:chgData name="Mohan Naidu" userId="cfd67924-db9d-460a-b9cc-a86638b55919" providerId="ADAL" clId="{72F2CC67-F7B5-49EE-9E50-3C080D9C5407}" dt="2026-01-30T07:53:06.115" v="1660" actId="14100"/>
          <ac:picMkLst>
            <pc:docMk/>
            <pc:sldMk cId="1556859466" sldId="256"/>
            <ac:picMk id="1026" creationId="{574DD635-2703-52B0-307C-752BA84C8367}"/>
          </ac:picMkLst>
        </pc:picChg>
        <pc:picChg chg="add mod">
          <ac:chgData name="Mohan Naidu" userId="cfd67924-db9d-460a-b9cc-a86638b55919" providerId="ADAL" clId="{72F2CC67-F7B5-49EE-9E50-3C080D9C5407}" dt="2026-01-30T07:53:02.542" v="1659" actId="14100"/>
          <ac:picMkLst>
            <pc:docMk/>
            <pc:sldMk cId="1556859466" sldId="256"/>
            <ac:picMk id="1033" creationId="{11EFF64B-D36C-BC8B-44E1-410A4F143B37}"/>
          </ac:picMkLst>
        </pc:picChg>
        <pc:cxnChg chg="add mod">
          <ac:chgData name="Mohan Naidu" userId="cfd67924-db9d-460a-b9cc-a86638b55919" providerId="ADAL" clId="{72F2CC67-F7B5-49EE-9E50-3C080D9C5407}" dt="2026-01-30T07:56:49.834" v="1799" actId="14100"/>
          <ac:cxnSpMkLst>
            <pc:docMk/>
            <pc:sldMk cId="1556859466" sldId="256"/>
            <ac:cxnSpMk id="28" creationId="{A7F03F0E-8D77-0D25-A623-1743A1D4DA53}"/>
          </ac:cxnSpMkLst>
        </pc:cxnChg>
        <pc:cxnChg chg="add mod">
          <ac:chgData name="Mohan Naidu" userId="cfd67924-db9d-460a-b9cc-a86638b55919" providerId="ADAL" clId="{72F2CC67-F7B5-49EE-9E50-3C080D9C5407}" dt="2026-01-30T07:57:18.086" v="1891" actId="1038"/>
          <ac:cxnSpMkLst>
            <pc:docMk/>
            <pc:sldMk cId="1556859466" sldId="256"/>
            <ac:cxnSpMk id="35" creationId="{512C762E-445B-218A-43E1-9A447104FBD3}"/>
          </ac:cxnSpMkLst>
        </pc:cxnChg>
        <pc:cxnChg chg="add mod">
          <ac:chgData name="Mohan Naidu" userId="cfd67924-db9d-460a-b9cc-a86638b55919" providerId="ADAL" clId="{72F2CC67-F7B5-49EE-9E50-3C080D9C5407}" dt="2026-01-30T07:08:19.101" v="740" actId="1036"/>
          <ac:cxnSpMkLst>
            <pc:docMk/>
            <pc:sldMk cId="1556859466" sldId="256"/>
            <ac:cxnSpMk id="43" creationId="{5097EA20-DD52-90AE-1500-8BECC834246E}"/>
          </ac:cxnSpMkLst>
        </pc:cxnChg>
        <pc:cxnChg chg="add mod">
          <ac:chgData name="Mohan Naidu" userId="cfd67924-db9d-460a-b9cc-a86638b55919" providerId="ADAL" clId="{72F2CC67-F7B5-49EE-9E50-3C080D9C5407}" dt="2026-01-30T13:33:30.228" v="2105" actId="1037"/>
          <ac:cxnSpMkLst>
            <pc:docMk/>
            <pc:sldMk cId="1556859466" sldId="256"/>
            <ac:cxnSpMk id="48" creationId="{17E4B75A-27C1-9A10-B906-86823C717C49}"/>
          </ac:cxnSpMkLst>
        </pc:cxnChg>
        <pc:cxnChg chg="add mod">
          <ac:chgData name="Mohan Naidu" userId="cfd67924-db9d-460a-b9cc-a86638b55919" providerId="ADAL" clId="{72F2CC67-F7B5-49EE-9E50-3C080D9C5407}" dt="2026-01-30T07:57:22.516" v="1900" actId="1038"/>
          <ac:cxnSpMkLst>
            <pc:docMk/>
            <pc:sldMk cId="1556859466" sldId="256"/>
            <ac:cxnSpMk id="56" creationId="{05E6C4A8-1257-0CF3-7582-F240E8510217}"/>
          </ac:cxnSpMkLst>
        </pc:cxnChg>
        <pc:cxnChg chg="add mod">
          <ac:chgData name="Mohan Naidu" userId="cfd67924-db9d-460a-b9cc-a86638b55919" providerId="ADAL" clId="{72F2CC67-F7B5-49EE-9E50-3C080D9C5407}" dt="2026-01-30T07:57:18.086" v="1891" actId="1038"/>
          <ac:cxnSpMkLst>
            <pc:docMk/>
            <pc:sldMk cId="1556859466" sldId="256"/>
            <ac:cxnSpMk id="59" creationId="{E6A88329-D6B3-F810-D9C1-B489C1625F74}"/>
          </ac:cxnSpMkLst>
        </pc:cxnChg>
        <pc:cxnChg chg="add mod">
          <ac:chgData name="Mohan Naidu" userId="cfd67924-db9d-460a-b9cc-a86638b55919" providerId="ADAL" clId="{72F2CC67-F7B5-49EE-9E50-3C080D9C5407}" dt="2026-01-30T07:57:04.327" v="1864" actId="1038"/>
          <ac:cxnSpMkLst>
            <pc:docMk/>
            <pc:sldMk cId="1556859466" sldId="256"/>
            <ac:cxnSpMk id="62" creationId="{43966DA4-234E-C43F-CD93-5CB41E62BC50}"/>
          </ac:cxnSpMkLst>
        </pc:cxnChg>
        <pc:cxnChg chg="add mod">
          <ac:chgData name="Mohan Naidu" userId="cfd67924-db9d-460a-b9cc-a86638b55919" providerId="ADAL" clId="{72F2CC67-F7B5-49EE-9E50-3C080D9C5407}" dt="2026-01-30T07:56:57.712" v="1837" actId="1038"/>
          <ac:cxnSpMkLst>
            <pc:docMk/>
            <pc:sldMk cId="1556859466" sldId="256"/>
            <ac:cxnSpMk id="65" creationId="{A6A9FF91-EAC6-F6F3-4845-A60E2F460CE7}"/>
          </ac:cxnSpMkLst>
        </pc:cxnChg>
        <pc:cxnChg chg="add mod">
          <ac:chgData name="Mohan Naidu" userId="cfd67924-db9d-460a-b9cc-a86638b55919" providerId="ADAL" clId="{72F2CC67-F7B5-49EE-9E50-3C080D9C5407}" dt="2026-01-30T07:57:04.327" v="1864" actId="1038"/>
          <ac:cxnSpMkLst>
            <pc:docMk/>
            <pc:sldMk cId="1556859466" sldId="256"/>
            <ac:cxnSpMk id="76" creationId="{DA43EF3C-D4D3-4D40-91B7-3E36911DE781}"/>
          </ac:cxnSpMkLst>
        </pc:cxnChg>
        <pc:cxnChg chg="add mod">
          <ac:chgData name="Mohan Naidu" userId="cfd67924-db9d-460a-b9cc-a86638b55919" providerId="ADAL" clId="{72F2CC67-F7B5-49EE-9E50-3C080D9C5407}" dt="2026-01-30T07:56:57.712" v="1837" actId="1038"/>
          <ac:cxnSpMkLst>
            <pc:docMk/>
            <pc:sldMk cId="1556859466" sldId="256"/>
            <ac:cxnSpMk id="77" creationId="{4D22113F-154A-DC38-955B-038DD8A0B551}"/>
          </ac:cxnSpMkLst>
        </pc:cxnChg>
        <pc:cxnChg chg="add mod">
          <ac:chgData name="Mohan Naidu" userId="cfd67924-db9d-460a-b9cc-a86638b55919" providerId="ADAL" clId="{72F2CC67-F7B5-49EE-9E50-3C080D9C5407}" dt="2026-01-30T07:37:35.523" v="1455" actId="1035"/>
          <ac:cxnSpMkLst>
            <pc:docMk/>
            <pc:sldMk cId="1556859466" sldId="256"/>
            <ac:cxnSpMk id="82" creationId="{1F062E9E-6FC1-F2AA-DCA8-C2C5D6D3FDF7}"/>
          </ac:cxnSpMkLst>
        </pc:cxnChg>
        <pc:cxnChg chg="add mod">
          <ac:chgData name="Mohan Naidu" userId="cfd67924-db9d-460a-b9cc-a86638b55919" providerId="ADAL" clId="{72F2CC67-F7B5-49EE-9E50-3C080D9C5407}" dt="2026-01-30T07:37:42.176" v="1461" actId="1035"/>
          <ac:cxnSpMkLst>
            <pc:docMk/>
            <pc:sldMk cId="1556859466" sldId="256"/>
            <ac:cxnSpMk id="102" creationId="{21414311-8BB0-57C0-5F4F-CAD52F4AB9EE}"/>
          </ac:cxnSpMkLst>
        </pc:cxnChg>
        <pc:cxnChg chg="mod">
          <ac:chgData name="Mohan Naidu" userId="cfd67924-db9d-460a-b9cc-a86638b55919" providerId="ADAL" clId="{72F2CC67-F7B5-49EE-9E50-3C080D9C5407}" dt="2026-01-30T07:43:41.488" v="1554" actId="571"/>
          <ac:cxnSpMkLst>
            <pc:docMk/>
            <pc:sldMk cId="1556859466" sldId="256"/>
            <ac:cxnSpMk id="111" creationId="{4FD705AA-5944-283A-8585-F94C31C0C983}"/>
          </ac:cxnSpMkLst>
        </pc:cxnChg>
      </pc:sldChg>
      <pc:sldChg chg="addSp delSp modSp new mod">
        <pc:chgData name="Mohan Naidu" userId="cfd67924-db9d-460a-b9cc-a86638b55919" providerId="ADAL" clId="{72F2CC67-F7B5-49EE-9E50-3C080D9C5407}" dt="2026-02-02T09:01:57.865" v="2415" actId="113"/>
        <pc:sldMkLst>
          <pc:docMk/>
          <pc:sldMk cId="2299977660" sldId="257"/>
        </pc:sldMkLst>
        <pc:spChg chg="del">
          <ac:chgData name="Mohan Naidu" userId="cfd67924-db9d-460a-b9cc-a86638b55919" providerId="ADAL" clId="{72F2CC67-F7B5-49EE-9E50-3C080D9C5407}" dt="2026-02-02T07:48:56.904" v="2113" actId="478"/>
          <ac:spMkLst>
            <pc:docMk/>
            <pc:sldMk cId="2299977660" sldId="257"/>
            <ac:spMk id="2" creationId="{239AB16A-3FF4-8731-EAAC-B8DDEC6EB67D}"/>
          </ac:spMkLst>
        </pc:spChg>
        <pc:spChg chg="del">
          <ac:chgData name="Mohan Naidu" userId="cfd67924-db9d-460a-b9cc-a86638b55919" providerId="ADAL" clId="{72F2CC67-F7B5-49EE-9E50-3C080D9C5407}" dt="2026-02-02T07:48:56.904" v="2113" actId="478"/>
          <ac:spMkLst>
            <pc:docMk/>
            <pc:sldMk cId="2299977660" sldId="257"/>
            <ac:spMk id="3" creationId="{C8B7E860-7231-2D0A-4BB6-8376FA17952E}"/>
          </ac:spMkLst>
        </pc:spChg>
        <pc:spChg chg="add mod">
          <ac:chgData name="Mohan Naidu" userId="cfd67924-db9d-460a-b9cc-a86638b55919" providerId="ADAL" clId="{72F2CC67-F7B5-49EE-9E50-3C080D9C5407}" dt="2026-02-02T08:59:06.375" v="2348" actId="553"/>
          <ac:spMkLst>
            <pc:docMk/>
            <pc:sldMk cId="2299977660" sldId="257"/>
            <ac:spMk id="16" creationId="{5144FDCC-52CC-53D2-FCEC-62A2A41DFFBD}"/>
          </ac:spMkLst>
        </pc:spChg>
        <pc:spChg chg="add mod">
          <ac:chgData name="Mohan Naidu" userId="cfd67924-db9d-460a-b9cc-a86638b55919" providerId="ADAL" clId="{72F2CC67-F7B5-49EE-9E50-3C080D9C5407}" dt="2026-02-02T08:59:06.375" v="2348" actId="553"/>
          <ac:spMkLst>
            <pc:docMk/>
            <pc:sldMk cId="2299977660" sldId="257"/>
            <ac:spMk id="17" creationId="{C07B6770-EDF0-53FD-78BE-73DBD065922D}"/>
          </ac:spMkLst>
        </pc:spChg>
        <pc:spChg chg="add mod">
          <ac:chgData name="Mohan Naidu" userId="cfd67924-db9d-460a-b9cc-a86638b55919" providerId="ADAL" clId="{72F2CC67-F7B5-49EE-9E50-3C080D9C5407}" dt="2026-02-02T08:59:06.375" v="2348" actId="553"/>
          <ac:spMkLst>
            <pc:docMk/>
            <pc:sldMk cId="2299977660" sldId="257"/>
            <ac:spMk id="18" creationId="{C7A2A2BA-0C00-E017-48D8-F0B8088266F0}"/>
          </ac:spMkLst>
        </pc:spChg>
        <pc:spChg chg="add mod">
          <ac:chgData name="Mohan Naidu" userId="cfd67924-db9d-460a-b9cc-a86638b55919" providerId="ADAL" clId="{72F2CC67-F7B5-49EE-9E50-3C080D9C5407}" dt="2026-02-02T08:59:06.375" v="2348" actId="553"/>
          <ac:spMkLst>
            <pc:docMk/>
            <pc:sldMk cId="2299977660" sldId="257"/>
            <ac:spMk id="19" creationId="{FC8F20C6-EC79-AEB8-A784-A57A5A91726B}"/>
          </ac:spMkLst>
        </pc:spChg>
        <pc:spChg chg="add mod">
          <ac:chgData name="Mohan Naidu" userId="cfd67924-db9d-460a-b9cc-a86638b55919" providerId="ADAL" clId="{72F2CC67-F7B5-49EE-9E50-3C080D9C5407}" dt="2026-02-02T08:59:06.375" v="2348" actId="553"/>
          <ac:spMkLst>
            <pc:docMk/>
            <pc:sldMk cId="2299977660" sldId="257"/>
            <ac:spMk id="20" creationId="{1FCB7A14-A687-7CC2-58AF-A2756B62C8D9}"/>
          </ac:spMkLst>
        </pc:spChg>
        <pc:spChg chg="add mod">
          <ac:chgData name="Mohan Naidu" userId="cfd67924-db9d-460a-b9cc-a86638b55919" providerId="ADAL" clId="{72F2CC67-F7B5-49EE-9E50-3C080D9C5407}" dt="2026-02-02T08:57:53.731" v="2336" actId="207"/>
          <ac:spMkLst>
            <pc:docMk/>
            <pc:sldMk cId="2299977660" sldId="257"/>
            <ac:spMk id="22" creationId="{DA92B5FD-6991-8C4F-E946-22359FF18CD7}"/>
          </ac:spMkLst>
        </pc:spChg>
        <pc:spChg chg="add mod">
          <ac:chgData name="Mohan Naidu" userId="cfd67924-db9d-460a-b9cc-a86638b55919" providerId="ADAL" clId="{72F2CC67-F7B5-49EE-9E50-3C080D9C5407}" dt="2026-02-02T08:57:59.250" v="2337" actId="207"/>
          <ac:spMkLst>
            <pc:docMk/>
            <pc:sldMk cId="2299977660" sldId="257"/>
            <ac:spMk id="23" creationId="{10426C52-709D-90CA-CD45-6952D83045FD}"/>
          </ac:spMkLst>
        </pc:spChg>
        <pc:spChg chg="add mod">
          <ac:chgData name="Mohan Naidu" userId="cfd67924-db9d-460a-b9cc-a86638b55919" providerId="ADAL" clId="{72F2CC67-F7B5-49EE-9E50-3C080D9C5407}" dt="2026-02-02T08:58:07.598" v="2338" actId="207"/>
          <ac:spMkLst>
            <pc:docMk/>
            <pc:sldMk cId="2299977660" sldId="257"/>
            <ac:spMk id="24" creationId="{5D54A285-D808-8BBF-5D69-603DB1258B75}"/>
          </ac:spMkLst>
        </pc:spChg>
        <pc:spChg chg="add mod">
          <ac:chgData name="Mohan Naidu" userId="cfd67924-db9d-460a-b9cc-a86638b55919" providerId="ADAL" clId="{72F2CC67-F7B5-49EE-9E50-3C080D9C5407}" dt="2026-02-02T08:58:10.522" v="2339" actId="207"/>
          <ac:spMkLst>
            <pc:docMk/>
            <pc:sldMk cId="2299977660" sldId="257"/>
            <ac:spMk id="25" creationId="{EA04218C-8DFE-A3E2-7C16-5E2CBAF94F8B}"/>
          </ac:spMkLst>
        </pc:spChg>
        <pc:spChg chg="add mod">
          <ac:chgData name="Mohan Naidu" userId="cfd67924-db9d-460a-b9cc-a86638b55919" providerId="ADAL" clId="{72F2CC67-F7B5-49EE-9E50-3C080D9C5407}" dt="2026-02-02T08:58:20.202" v="2340" actId="207"/>
          <ac:spMkLst>
            <pc:docMk/>
            <pc:sldMk cId="2299977660" sldId="257"/>
            <ac:spMk id="26" creationId="{3A3FBA1A-47D8-62D2-8365-7A90BB8C53E0}"/>
          </ac:spMkLst>
        </pc:spChg>
        <pc:spChg chg="add mod">
          <ac:chgData name="Mohan Naidu" userId="cfd67924-db9d-460a-b9cc-a86638b55919" providerId="ADAL" clId="{72F2CC67-F7B5-49EE-9E50-3C080D9C5407}" dt="2026-02-02T09:01:57.865" v="2415" actId="113"/>
          <ac:spMkLst>
            <pc:docMk/>
            <pc:sldMk cId="2299977660" sldId="257"/>
            <ac:spMk id="36" creationId="{2B704E09-353C-D200-DD1B-CB021E8FADDC}"/>
          </ac:spMkLst>
        </pc:spChg>
        <pc:spChg chg="add mod">
          <ac:chgData name="Mohan Naidu" userId="cfd67924-db9d-460a-b9cc-a86638b55919" providerId="ADAL" clId="{72F2CC67-F7B5-49EE-9E50-3C080D9C5407}" dt="2026-02-02T09:01:57.865" v="2415" actId="113"/>
          <ac:spMkLst>
            <pc:docMk/>
            <pc:sldMk cId="2299977660" sldId="257"/>
            <ac:spMk id="37" creationId="{13102DD8-5CD4-97AA-00FB-E8ED431FF6FB}"/>
          </ac:spMkLst>
        </pc:spChg>
        <pc:spChg chg="add mod">
          <ac:chgData name="Mohan Naidu" userId="cfd67924-db9d-460a-b9cc-a86638b55919" providerId="ADAL" clId="{72F2CC67-F7B5-49EE-9E50-3C080D9C5407}" dt="2026-02-02T09:01:57.865" v="2415" actId="113"/>
          <ac:spMkLst>
            <pc:docMk/>
            <pc:sldMk cId="2299977660" sldId="257"/>
            <ac:spMk id="38" creationId="{0F286545-82F7-0A33-6D33-7D128EBDAFD2}"/>
          </ac:spMkLst>
        </pc:spChg>
        <pc:spChg chg="add mod">
          <ac:chgData name="Mohan Naidu" userId="cfd67924-db9d-460a-b9cc-a86638b55919" providerId="ADAL" clId="{72F2CC67-F7B5-49EE-9E50-3C080D9C5407}" dt="2026-02-02T09:01:57.865" v="2415" actId="113"/>
          <ac:spMkLst>
            <pc:docMk/>
            <pc:sldMk cId="2299977660" sldId="257"/>
            <ac:spMk id="39" creationId="{FC91659A-0687-9EBC-9CEE-50A89E6CB490}"/>
          </ac:spMkLst>
        </pc:spChg>
        <pc:spChg chg="add mod">
          <ac:chgData name="Mohan Naidu" userId="cfd67924-db9d-460a-b9cc-a86638b55919" providerId="ADAL" clId="{72F2CC67-F7B5-49EE-9E50-3C080D9C5407}" dt="2026-02-02T09:01:51.902" v="2414" actId="113"/>
          <ac:spMkLst>
            <pc:docMk/>
            <pc:sldMk cId="2299977660" sldId="257"/>
            <ac:spMk id="40" creationId="{DA013767-224E-A714-EB66-EB30C72EEA53}"/>
          </ac:spMkLst>
        </pc:spChg>
        <pc:picChg chg="add del mod modCrop">
          <ac:chgData name="Mohan Naidu" userId="cfd67924-db9d-460a-b9cc-a86638b55919" providerId="ADAL" clId="{72F2CC67-F7B5-49EE-9E50-3C080D9C5407}" dt="2026-02-02T08:55:24.540" v="2251" actId="478"/>
          <ac:picMkLst>
            <pc:docMk/>
            <pc:sldMk cId="2299977660" sldId="257"/>
            <ac:picMk id="5" creationId="{F82B660F-F516-53A0-B3C5-86D57900BADD}"/>
          </ac:picMkLst>
        </pc:picChg>
        <pc:picChg chg="add del mod">
          <ac:chgData name="Mohan Naidu" userId="cfd67924-db9d-460a-b9cc-a86638b55919" providerId="ADAL" clId="{72F2CC67-F7B5-49EE-9E50-3C080D9C5407}" dt="2026-02-02T07:54:08.131" v="2250" actId="478"/>
          <ac:picMkLst>
            <pc:docMk/>
            <pc:sldMk cId="2299977660" sldId="257"/>
            <ac:picMk id="21" creationId="{3C153B68-FAF7-6536-9D65-F5A4ACF10E75}"/>
          </ac:picMkLst>
        </pc:picChg>
        <pc:cxnChg chg="add del mod">
          <ac:chgData name="Mohan Naidu" userId="cfd67924-db9d-460a-b9cc-a86638b55919" providerId="ADAL" clId="{72F2CC67-F7B5-49EE-9E50-3C080D9C5407}" dt="2026-02-02T07:53:17.075" v="2200" actId="478"/>
          <ac:cxnSpMkLst>
            <pc:docMk/>
            <pc:sldMk cId="2299977660" sldId="257"/>
            <ac:cxnSpMk id="7" creationId="{A6FE44C8-2E72-956E-63CF-67B339B2E157}"/>
          </ac:cxnSpMkLst>
        </pc:cxnChg>
        <pc:cxnChg chg="add del mod">
          <ac:chgData name="Mohan Naidu" userId="cfd67924-db9d-460a-b9cc-a86638b55919" providerId="ADAL" clId="{72F2CC67-F7B5-49EE-9E50-3C080D9C5407}" dt="2026-02-02T07:53:17.075" v="2200" actId="478"/>
          <ac:cxnSpMkLst>
            <pc:docMk/>
            <pc:sldMk cId="2299977660" sldId="257"/>
            <ac:cxnSpMk id="9" creationId="{7CAF4F61-3B90-79DE-AA5B-7C2928E1BCAF}"/>
          </ac:cxnSpMkLst>
        </pc:cxnChg>
        <pc:cxnChg chg="add del mod">
          <ac:chgData name="Mohan Naidu" userId="cfd67924-db9d-460a-b9cc-a86638b55919" providerId="ADAL" clId="{72F2CC67-F7B5-49EE-9E50-3C080D9C5407}" dt="2026-02-02T07:53:17.075" v="2200" actId="478"/>
          <ac:cxnSpMkLst>
            <pc:docMk/>
            <pc:sldMk cId="2299977660" sldId="257"/>
            <ac:cxnSpMk id="11" creationId="{51AA31C9-BBF2-EBE2-23FE-FC4354D9348C}"/>
          </ac:cxnSpMkLst>
        </pc:cxnChg>
        <pc:cxnChg chg="add del mod">
          <ac:chgData name="Mohan Naidu" userId="cfd67924-db9d-460a-b9cc-a86638b55919" providerId="ADAL" clId="{72F2CC67-F7B5-49EE-9E50-3C080D9C5407}" dt="2026-02-02T07:53:17.075" v="2200" actId="478"/>
          <ac:cxnSpMkLst>
            <pc:docMk/>
            <pc:sldMk cId="2299977660" sldId="257"/>
            <ac:cxnSpMk id="13" creationId="{590BB2B3-C85C-C145-F0F2-039A757D13EE}"/>
          </ac:cxnSpMkLst>
        </pc:cxnChg>
        <pc:cxnChg chg="add del mod">
          <ac:chgData name="Mohan Naidu" userId="cfd67924-db9d-460a-b9cc-a86638b55919" providerId="ADAL" clId="{72F2CC67-F7B5-49EE-9E50-3C080D9C5407}" dt="2026-02-02T07:53:17.075" v="2200" actId="478"/>
          <ac:cxnSpMkLst>
            <pc:docMk/>
            <pc:sldMk cId="2299977660" sldId="257"/>
            <ac:cxnSpMk id="15" creationId="{7A7E9DC2-E957-AC44-1C75-72DC59581A2C}"/>
          </ac:cxnSpMkLst>
        </pc:cxnChg>
        <pc:cxnChg chg="add mod">
          <ac:chgData name="Mohan Naidu" userId="cfd67924-db9d-460a-b9cc-a86638b55919" providerId="ADAL" clId="{72F2CC67-F7B5-49EE-9E50-3C080D9C5407}" dt="2026-02-02T08:59:49.142" v="2357" actId="208"/>
          <ac:cxnSpMkLst>
            <pc:docMk/>
            <pc:sldMk cId="2299977660" sldId="257"/>
            <ac:cxnSpMk id="28" creationId="{83D1515C-D491-CD52-867C-50860A5B99A1}"/>
          </ac:cxnSpMkLst>
        </pc:cxnChg>
        <pc:cxnChg chg="add mod">
          <ac:chgData name="Mohan Naidu" userId="cfd67924-db9d-460a-b9cc-a86638b55919" providerId="ADAL" clId="{72F2CC67-F7B5-49EE-9E50-3C080D9C5407}" dt="2026-02-02T08:59:51.899" v="2358" actId="208"/>
          <ac:cxnSpMkLst>
            <pc:docMk/>
            <pc:sldMk cId="2299977660" sldId="257"/>
            <ac:cxnSpMk id="29" creationId="{B05BFACF-C44C-DCDB-9E16-FA4887589BBB}"/>
          </ac:cxnSpMkLst>
        </pc:cxnChg>
        <pc:cxnChg chg="add mod">
          <ac:chgData name="Mohan Naidu" userId="cfd67924-db9d-460a-b9cc-a86638b55919" providerId="ADAL" clId="{72F2CC67-F7B5-49EE-9E50-3C080D9C5407}" dt="2026-02-02T08:59:53.210" v="2359" actId="208"/>
          <ac:cxnSpMkLst>
            <pc:docMk/>
            <pc:sldMk cId="2299977660" sldId="257"/>
            <ac:cxnSpMk id="30" creationId="{DA3F72DF-0C33-8D3E-8528-4F2A291B6F02}"/>
          </ac:cxnSpMkLst>
        </pc:cxnChg>
        <pc:cxnChg chg="add mod">
          <ac:chgData name="Mohan Naidu" userId="cfd67924-db9d-460a-b9cc-a86638b55919" providerId="ADAL" clId="{72F2CC67-F7B5-49EE-9E50-3C080D9C5407}" dt="2026-02-02T08:59:54.177" v="2360" actId="208"/>
          <ac:cxnSpMkLst>
            <pc:docMk/>
            <pc:sldMk cId="2299977660" sldId="257"/>
            <ac:cxnSpMk id="32" creationId="{D3184159-EF89-69BD-D4D2-3F555F661801}"/>
          </ac:cxnSpMkLst>
        </pc:cxnChg>
        <pc:cxnChg chg="add mod">
          <ac:chgData name="Mohan Naidu" userId="cfd67924-db9d-460a-b9cc-a86638b55919" providerId="ADAL" clId="{72F2CC67-F7B5-49EE-9E50-3C080D9C5407}" dt="2026-02-02T08:59:54.923" v="2361" actId="208"/>
          <ac:cxnSpMkLst>
            <pc:docMk/>
            <pc:sldMk cId="2299977660" sldId="257"/>
            <ac:cxnSpMk id="34" creationId="{52C63191-497F-CB14-222C-02342C56547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6B56-C980-D879-B7B4-EFE49E6CD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7768C-888F-F645-792E-857E279FB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5E899-8D21-3BD4-7968-ABF49BCA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8E2CF-98C4-3E65-58CF-F2D9384E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05969-FA2A-BE56-A4AA-F5AE0455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63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658C-B6D0-9DC0-58D7-E4176765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3D4D-092D-D367-95E9-8440EC158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7508F-52C9-7373-9EF6-DED60B54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59B91-97CB-14B7-9FCC-0C5FF95A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F8D29-D5E4-03CF-7F93-808AB1F2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90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6097-3C9C-93E6-DFBB-FF7DA1EA6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347E5-303C-0778-6667-490FEFE78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7705-D401-53D6-CA3C-C47B764F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6B156-1A36-355A-9DA4-CB38911B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F5A26-1E22-5AAD-0090-D10F1EC5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7C70-5A79-FAB0-43D8-5889ED2E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41B43-D411-EC44-2AF5-779D4F175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F24C4-7526-531B-7EF2-3BC35F52A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CA7E2-437D-941D-354C-60194564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72EE7-7F82-C900-FF3C-C6A8B121F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7BD7E-6063-2A41-8721-68F69476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170A-89C8-B3F2-1550-EF9CF986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A3876-E5F1-BD22-9025-C7D7AA75E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B67B4-0157-2068-AFE3-AD3DCC873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B3887-DCCE-D8AF-9F38-08400659E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27D24-FFC0-CBCB-A6EF-4647BC467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A3197-1A46-69AD-2664-5494110C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7DD91-E05E-E130-D685-0171BA26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5B8BD-121F-E699-F6F7-365BAC3E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6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1D1A-A76B-68D4-788F-4AFFE15B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2BAEB-1DA1-AF00-894A-F56B4F1A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FD1DC-793E-C90C-4A7B-7829FFA1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30D1C-494D-34F2-C453-505E0916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0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D3EC7-3C54-ACBA-C933-3756469C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4014C-32C1-A5F8-6CC6-6A1C406F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8910F-235C-49C7-6203-8B172D4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8D94-D94C-FE25-549B-F7E69C95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CCC09-C059-6A17-A086-266573A11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B5670-EF96-4AA8-C185-24B896E6F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CD3B6-D938-0B87-96E4-D9638F9E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894CA-BBF1-8C1E-F469-A84DDA6D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2EC06-08E6-10D3-8849-47FBAE5E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9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1987-4822-C1D0-E023-39BE709B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27F411-F271-0CA3-A995-04185A6A5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DEDBD-D733-9BD5-90E2-ADD52D9A5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2B529-D6A9-8B81-8BC4-2C251F17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D718F-061E-F6A8-4BAD-1AD5EC40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571F1-F8A3-D77A-0511-2C7E20AE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5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1B4C-F1DD-BF77-5CEB-A60E2D8B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30283-588E-7965-E0D0-53A983B63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47E2D-C392-406D-227E-235D5A64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EC826-17C1-79F2-492E-8409C7CD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B6C3-1EFC-0AD7-3E86-6FB8D956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3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0530D-7F10-A582-F37A-AD577D308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D6925-B986-8053-07CE-04AEE321D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1E8AF-E577-B134-9A11-F8A631F0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669B7-22CE-22D6-C84E-54BE584F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4958-D1CF-7584-96E3-961D89D0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4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53219-5DCE-28DF-6BD5-076447AE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71358-06EA-BF73-6C5F-1E9F9211A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3BEB2-1F59-FECE-AA15-F8E3D42AB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7E0FD-59F9-4D8C-9A4B-B1341AFEE324}" type="datetimeFigureOut">
              <a:rPr lang="en-US" smtClean="0"/>
              <a:t>02-Feb-26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C457F-AED7-7A04-EEF8-D95D6B42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F4B41-44CA-AF57-9EFE-D2D20CAB5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D2116-A859-4C9D-B485-FAA8BABC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5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164D716F-6A06-0EFF-2DA6-74021144BDBB}"/>
              </a:ext>
            </a:extLst>
          </p:cNvPr>
          <p:cNvSpPr txBox="1"/>
          <p:nvPr/>
        </p:nvSpPr>
        <p:spPr>
          <a:xfrm>
            <a:off x="1212215" y="1591092"/>
            <a:ext cx="545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123,456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AD278-15DD-7E77-974D-16A3C7E65495}"/>
              </a:ext>
            </a:extLst>
          </p:cNvPr>
          <p:cNvSpPr txBox="1"/>
          <p:nvPr/>
        </p:nvSpPr>
        <p:spPr>
          <a:xfrm>
            <a:off x="1208292" y="1741509"/>
            <a:ext cx="545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145,654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6BE35F-39BB-AA2B-C199-23FDEEF0CC7C}"/>
              </a:ext>
            </a:extLst>
          </p:cNvPr>
          <p:cNvSpPr txBox="1"/>
          <p:nvPr/>
        </p:nvSpPr>
        <p:spPr>
          <a:xfrm>
            <a:off x="2084316" y="1591092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123,456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AE4796-CB89-2CB3-B054-F26307AC32D2}"/>
              </a:ext>
            </a:extLst>
          </p:cNvPr>
          <p:cNvSpPr txBox="1"/>
          <p:nvPr/>
        </p:nvSpPr>
        <p:spPr>
          <a:xfrm>
            <a:off x="2080506" y="1741509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145,654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6E125D-4AB0-5B69-20EB-D42B9969E663}"/>
              </a:ext>
            </a:extLst>
          </p:cNvPr>
          <p:cNvSpPr txBox="1"/>
          <p:nvPr/>
        </p:nvSpPr>
        <p:spPr>
          <a:xfrm>
            <a:off x="2821090" y="1591092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123,456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244E12-26A9-419F-BCF0-F436B451F77A}"/>
              </a:ext>
            </a:extLst>
          </p:cNvPr>
          <p:cNvSpPr txBox="1"/>
          <p:nvPr/>
        </p:nvSpPr>
        <p:spPr>
          <a:xfrm>
            <a:off x="2817280" y="1741509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145,654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A6ABF-2038-2B8E-6047-62E9AAE01548}"/>
              </a:ext>
            </a:extLst>
          </p:cNvPr>
          <p:cNvSpPr txBox="1"/>
          <p:nvPr/>
        </p:nvSpPr>
        <p:spPr>
          <a:xfrm>
            <a:off x="389785" y="40702"/>
            <a:ext cx="3818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Year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437BA4-B6EA-86D9-70B0-2DB0F3C1547B}"/>
              </a:ext>
            </a:extLst>
          </p:cNvPr>
          <p:cNvSpPr/>
          <p:nvPr/>
        </p:nvSpPr>
        <p:spPr>
          <a:xfrm>
            <a:off x="432875" y="222767"/>
            <a:ext cx="830963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1E5BBE-B01E-CD47-0E5A-DB2A974FDE1A}"/>
              </a:ext>
            </a:extLst>
          </p:cNvPr>
          <p:cNvGrpSpPr/>
          <p:nvPr/>
        </p:nvGrpSpPr>
        <p:grpSpPr>
          <a:xfrm>
            <a:off x="1133376" y="334292"/>
            <a:ext cx="83820" cy="55148"/>
            <a:chOff x="2529840" y="902208"/>
            <a:chExt cx="186812" cy="7928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4414014-AE4B-9CDC-6589-8563483F8159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49426F-0EB3-FCAB-50DF-5B9B2E106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A7E24AF-1305-3BF4-04DF-16E313787C01}"/>
              </a:ext>
            </a:extLst>
          </p:cNvPr>
          <p:cNvSpPr txBox="1"/>
          <p:nvPr/>
        </p:nvSpPr>
        <p:spPr>
          <a:xfrm>
            <a:off x="1306928" y="40702"/>
            <a:ext cx="9188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Company 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776AF6-3F28-495F-4805-5005F54D560A}"/>
              </a:ext>
            </a:extLst>
          </p:cNvPr>
          <p:cNvSpPr/>
          <p:nvPr/>
        </p:nvSpPr>
        <p:spPr>
          <a:xfrm>
            <a:off x="1350018" y="222767"/>
            <a:ext cx="1346380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97D146-E08A-B220-8FDA-FAD4C2DC0873}"/>
              </a:ext>
            </a:extLst>
          </p:cNvPr>
          <p:cNvGrpSpPr/>
          <p:nvPr/>
        </p:nvGrpSpPr>
        <p:grpSpPr>
          <a:xfrm>
            <a:off x="2556487" y="334292"/>
            <a:ext cx="83820" cy="55148"/>
            <a:chOff x="2529840" y="902208"/>
            <a:chExt cx="186812" cy="7928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0739406-EF8C-2DB3-0E89-B9034EC8E603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FE35E7E-282E-A33D-B7C7-B0C23A9245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77C4B7A-6323-7359-1155-E54F84DF957F}"/>
              </a:ext>
            </a:extLst>
          </p:cNvPr>
          <p:cNvSpPr txBox="1"/>
          <p:nvPr/>
        </p:nvSpPr>
        <p:spPr>
          <a:xfrm>
            <a:off x="2717986" y="40702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Division Name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BD4855-B10D-753F-F53C-2F14C586A46B}"/>
              </a:ext>
            </a:extLst>
          </p:cNvPr>
          <p:cNvSpPr/>
          <p:nvPr/>
        </p:nvSpPr>
        <p:spPr>
          <a:xfrm>
            <a:off x="2761076" y="222767"/>
            <a:ext cx="1346380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CD0FD9-9495-B1E8-6718-C1CD46210FBF}"/>
              </a:ext>
            </a:extLst>
          </p:cNvPr>
          <p:cNvGrpSpPr/>
          <p:nvPr/>
        </p:nvGrpSpPr>
        <p:grpSpPr>
          <a:xfrm>
            <a:off x="3967545" y="334292"/>
            <a:ext cx="83820" cy="55148"/>
            <a:chOff x="2529840" y="902208"/>
            <a:chExt cx="186812" cy="7928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B64D6A-909D-7352-1C61-FD1A5FC42F02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AA8E436-5563-6194-01CC-9A6F60078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473F208-EC80-485B-BFD8-EC2CA2A4F716}"/>
              </a:ext>
            </a:extLst>
          </p:cNvPr>
          <p:cNvSpPr txBox="1"/>
          <p:nvPr/>
        </p:nvSpPr>
        <p:spPr>
          <a:xfrm>
            <a:off x="4129044" y="40702"/>
            <a:ext cx="936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SE/QS/EE/TE/SM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FE6ECB1-35AC-D2D1-ACB5-46EC89C2209B}"/>
              </a:ext>
            </a:extLst>
          </p:cNvPr>
          <p:cNvSpPr/>
          <p:nvPr/>
        </p:nvSpPr>
        <p:spPr>
          <a:xfrm>
            <a:off x="4172134" y="222767"/>
            <a:ext cx="1346380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B926D6-36A6-276F-17C9-102C1694A551}"/>
              </a:ext>
            </a:extLst>
          </p:cNvPr>
          <p:cNvGrpSpPr/>
          <p:nvPr/>
        </p:nvGrpSpPr>
        <p:grpSpPr>
          <a:xfrm>
            <a:off x="5378603" y="334292"/>
            <a:ext cx="83820" cy="55148"/>
            <a:chOff x="2529840" y="902208"/>
            <a:chExt cx="186812" cy="7928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AF9ECE-D03E-8BEA-F00C-1753F34430C0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395E09C-C56D-3C91-65C9-512548A040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A0BE81D-B2DA-6F02-E813-25598518FD83}"/>
              </a:ext>
            </a:extLst>
          </p:cNvPr>
          <p:cNvSpPr/>
          <p:nvPr/>
        </p:nvSpPr>
        <p:spPr>
          <a:xfrm>
            <a:off x="223377" y="910487"/>
            <a:ext cx="3368715" cy="1044332"/>
          </a:xfrm>
          <a:prstGeom prst="roundRect">
            <a:avLst>
              <a:gd name="adj" fmla="val 8002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3486BD-B044-90FD-213B-E2DBBB7DE3EA}"/>
              </a:ext>
            </a:extLst>
          </p:cNvPr>
          <p:cNvSpPr txBox="1"/>
          <p:nvPr/>
        </p:nvSpPr>
        <p:spPr>
          <a:xfrm>
            <a:off x="389785" y="572011"/>
            <a:ext cx="740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Job Booked: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F03F0E-8D77-0D25-A623-1743A1D4DA53}"/>
              </a:ext>
            </a:extLst>
          </p:cNvPr>
          <p:cNvCxnSpPr>
            <a:cxnSpLocks/>
          </p:cNvCxnSpPr>
          <p:nvPr/>
        </p:nvCxnSpPr>
        <p:spPr>
          <a:xfrm>
            <a:off x="381818" y="1333154"/>
            <a:ext cx="303844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8C334F-2A16-3CD8-5533-1B2D51B4C9C8}"/>
              </a:ext>
            </a:extLst>
          </p:cNvPr>
          <p:cNvSpPr txBox="1"/>
          <p:nvPr/>
        </p:nvSpPr>
        <p:spPr>
          <a:xfrm>
            <a:off x="515514" y="1367030"/>
            <a:ext cx="3438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410F9-8D7A-4015-0489-1335D69B7723}"/>
              </a:ext>
            </a:extLst>
          </p:cNvPr>
          <p:cNvSpPr txBox="1"/>
          <p:nvPr/>
        </p:nvSpPr>
        <p:spPr>
          <a:xfrm>
            <a:off x="1280722" y="1367030"/>
            <a:ext cx="3438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5A662A-1F1C-BDD1-7426-6145681EBCF3}"/>
              </a:ext>
            </a:extLst>
          </p:cNvPr>
          <p:cNvSpPr txBox="1"/>
          <p:nvPr/>
        </p:nvSpPr>
        <p:spPr>
          <a:xfrm>
            <a:off x="2042716" y="1367030"/>
            <a:ext cx="3438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60EFA6-67D7-6E91-D67D-36AFF330DAB8}"/>
              </a:ext>
            </a:extLst>
          </p:cNvPr>
          <p:cNvSpPr txBox="1"/>
          <p:nvPr/>
        </p:nvSpPr>
        <p:spPr>
          <a:xfrm>
            <a:off x="2835190" y="1367030"/>
            <a:ext cx="3438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12C762E-445B-218A-43E1-9A447104FBD3}"/>
              </a:ext>
            </a:extLst>
          </p:cNvPr>
          <p:cNvCxnSpPr>
            <a:cxnSpLocks/>
          </p:cNvCxnSpPr>
          <p:nvPr/>
        </p:nvCxnSpPr>
        <p:spPr>
          <a:xfrm>
            <a:off x="1184837" y="1444272"/>
            <a:ext cx="0" cy="45466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C63B2C4-417C-7707-95DB-1EC2E21756FC}"/>
              </a:ext>
            </a:extLst>
          </p:cNvPr>
          <p:cNvSpPr txBox="1"/>
          <p:nvPr/>
        </p:nvSpPr>
        <p:spPr>
          <a:xfrm>
            <a:off x="2373246" y="923437"/>
            <a:ext cx="470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Actual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0E8F2A-2F17-9E08-A6EB-E705BA5F0690}"/>
              </a:ext>
            </a:extLst>
          </p:cNvPr>
          <p:cNvSpPr txBox="1"/>
          <p:nvPr/>
        </p:nvSpPr>
        <p:spPr>
          <a:xfrm>
            <a:off x="2363865" y="1090673"/>
            <a:ext cx="4764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097EA20-DD52-90AE-1500-8BECC834246E}"/>
              </a:ext>
            </a:extLst>
          </p:cNvPr>
          <p:cNvCxnSpPr>
            <a:cxnSpLocks/>
          </p:cNvCxnSpPr>
          <p:nvPr/>
        </p:nvCxnSpPr>
        <p:spPr>
          <a:xfrm>
            <a:off x="1070163" y="686724"/>
            <a:ext cx="31369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91B87B8-A6E7-ADFE-E647-7CCDB7D92348}"/>
              </a:ext>
            </a:extLst>
          </p:cNvPr>
          <p:cNvSpPr txBox="1"/>
          <p:nvPr/>
        </p:nvSpPr>
        <p:spPr>
          <a:xfrm>
            <a:off x="212464" y="999544"/>
            <a:ext cx="83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Achieved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BFB25D-7186-2582-4A53-632DF94E9867}"/>
              </a:ext>
            </a:extLst>
          </p:cNvPr>
          <p:cNvSpPr txBox="1"/>
          <p:nvPr/>
        </p:nvSpPr>
        <p:spPr>
          <a:xfrm>
            <a:off x="1809837" y="900636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123,456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05FB88-C567-7796-DFDB-A1B3E1E88D2C}"/>
              </a:ext>
            </a:extLst>
          </p:cNvPr>
          <p:cNvSpPr txBox="1"/>
          <p:nvPr/>
        </p:nvSpPr>
        <p:spPr>
          <a:xfrm>
            <a:off x="1806027" y="1077723"/>
            <a:ext cx="7136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145,654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7E4B75A-27C1-9A10-B906-86823C717C49}"/>
              </a:ext>
            </a:extLst>
          </p:cNvPr>
          <p:cNvCxnSpPr>
            <a:cxnSpLocks/>
          </p:cNvCxnSpPr>
          <p:nvPr/>
        </p:nvCxnSpPr>
        <p:spPr>
          <a:xfrm>
            <a:off x="1925168" y="1111714"/>
            <a:ext cx="79158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4D68020-7D03-1CCC-ED1D-E592A0738B75}"/>
              </a:ext>
            </a:extLst>
          </p:cNvPr>
          <p:cNvSpPr txBox="1"/>
          <p:nvPr/>
        </p:nvSpPr>
        <p:spPr>
          <a:xfrm>
            <a:off x="432691" y="1591092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123,456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C9FBB0-6848-9D3B-1728-83919E287534}"/>
              </a:ext>
            </a:extLst>
          </p:cNvPr>
          <p:cNvSpPr txBox="1"/>
          <p:nvPr/>
        </p:nvSpPr>
        <p:spPr>
          <a:xfrm>
            <a:off x="428881" y="1741509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145,654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5E6C4A8-1257-0CF3-7582-F240E8510217}"/>
              </a:ext>
            </a:extLst>
          </p:cNvPr>
          <p:cNvCxnSpPr>
            <a:cxnSpLocks/>
          </p:cNvCxnSpPr>
          <p:nvPr/>
        </p:nvCxnSpPr>
        <p:spPr>
          <a:xfrm>
            <a:off x="516181" y="1775500"/>
            <a:ext cx="36817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6A88329-D6B3-F810-D9C1-B489C1625F74}"/>
              </a:ext>
            </a:extLst>
          </p:cNvPr>
          <p:cNvCxnSpPr>
            <a:cxnSpLocks/>
          </p:cNvCxnSpPr>
          <p:nvPr/>
        </p:nvCxnSpPr>
        <p:spPr>
          <a:xfrm>
            <a:off x="1302776" y="1775500"/>
            <a:ext cx="36817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3966DA4-234E-C43F-CD93-5CB41E62BC50}"/>
              </a:ext>
            </a:extLst>
          </p:cNvPr>
          <p:cNvCxnSpPr>
            <a:cxnSpLocks/>
          </p:cNvCxnSpPr>
          <p:nvPr/>
        </p:nvCxnSpPr>
        <p:spPr>
          <a:xfrm>
            <a:off x="2167806" y="1775500"/>
            <a:ext cx="36817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6A9FF91-EAC6-F6F3-4845-A60E2F460CE7}"/>
              </a:ext>
            </a:extLst>
          </p:cNvPr>
          <p:cNvCxnSpPr>
            <a:cxnSpLocks/>
          </p:cNvCxnSpPr>
          <p:nvPr/>
        </p:nvCxnSpPr>
        <p:spPr>
          <a:xfrm>
            <a:off x="2904580" y="1775500"/>
            <a:ext cx="36817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98ECC2A-30F5-3E5F-9BA6-D579E376D585}"/>
              </a:ext>
            </a:extLst>
          </p:cNvPr>
          <p:cNvSpPr txBox="1"/>
          <p:nvPr/>
        </p:nvSpPr>
        <p:spPr>
          <a:xfrm>
            <a:off x="662501" y="1365160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84%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794644-7647-C43B-411A-1281812D37AF}"/>
              </a:ext>
            </a:extLst>
          </p:cNvPr>
          <p:cNvSpPr txBox="1"/>
          <p:nvPr/>
        </p:nvSpPr>
        <p:spPr>
          <a:xfrm>
            <a:off x="1432788" y="1365160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84%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8FC9AB-54BC-0B1D-FA37-B00E8DC1A167}"/>
              </a:ext>
            </a:extLst>
          </p:cNvPr>
          <p:cNvSpPr txBox="1"/>
          <p:nvPr/>
        </p:nvSpPr>
        <p:spPr>
          <a:xfrm>
            <a:off x="2214214" y="1365160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84%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AAFBC4-9B4A-A4EB-027B-A8243AD2914D}"/>
              </a:ext>
            </a:extLst>
          </p:cNvPr>
          <p:cNvSpPr txBox="1"/>
          <p:nvPr/>
        </p:nvSpPr>
        <p:spPr>
          <a:xfrm>
            <a:off x="2996374" y="1365160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84%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A43EF3C-D4D3-4D40-91B7-3E36911DE781}"/>
              </a:ext>
            </a:extLst>
          </p:cNvPr>
          <p:cNvCxnSpPr>
            <a:cxnSpLocks/>
          </p:cNvCxnSpPr>
          <p:nvPr/>
        </p:nvCxnSpPr>
        <p:spPr>
          <a:xfrm>
            <a:off x="2054048" y="1444272"/>
            <a:ext cx="0" cy="45466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D22113F-154A-DC38-955B-038DD8A0B551}"/>
              </a:ext>
            </a:extLst>
          </p:cNvPr>
          <p:cNvCxnSpPr>
            <a:cxnSpLocks/>
          </p:cNvCxnSpPr>
          <p:nvPr/>
        </p:nvCxnSpPr>
        <p:spPr>
          <a:xfrm>
            <a:off x="2821382" y="1444272"/>
            <a:ext cx="0" cy="45466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5C743E5-7900-F764-683A-7AE1593D3C2F}"/>
              </a:ext>
            </a:extLst>
          </p:cNvPr>
          <p:cNvSpPr/>
          <p:nvPr/>
        </p:nvSpPr>
        <p:spPr>
          <a:xfrm>
            <a:off x="3670717" y="910487"/>
            <a:ext cx="2683543" cy="1044332"/>
          </a:xfrm>
          <a:prstGeom prst="roundRect">
            <a:avLst>
              <a:gd name="adj" fmla="val 8002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624B39-CABF-9F34-44EC-B8750DD047D6}"/>
              </a:ext>
            </a:extLst>
          </p:cNvPr>
          <p:cNvSpPr txBox="1"/>
          <p:nvPr/>
        </p:nvSpPr>
        <p:spPr>
          <a:xfrm>
            <a:off x="4806090" y="1017864"/>
            <a:ext cx="307135" cy="215444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AF133F-A0BB-B65D-442C-12A5738EB288}"/>
              </a:ext>
            </a:extLst>
          </p:cNvPr>
          <p:cNvSpPr txBox="1"/>
          <p:nvPr/>
        </p:nvSpPr>
        <p:spPr>
          <a:xfrm>
            <a:off x="5096894" y="918856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123,456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33114D-6D9A-4C36-8EBC-255FA516D0C1}"/>
              </a:ext>
            </a:extLst>
          </p:cNvPr>
          <p:cNvSpPr txBox="1"/>
          <p:nvPr/>
        </p:nvSpPr>
        <p:spPr>
          <a:xfrm>
            <a:off x="5093084" y="1595815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145,654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F062E9E-6FC1-F2AA-DCA8-C2C5D6D3FDF7}"/>
              </a:ext>
            </a:extLst>
          </p:cNvPr>
          <p:cNvCxnSpPr>
            <a:cxnSpLocks/>
          </p:cNvCxnSpPr>
          <p:nvPr/>
        </p:nvCxnSpPr>
        <p:spPr>
          <a:xfrm>
            <a:off x="5180384" y="1288430"/>
            <a:ext cx="105115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DDCD876-030D-7903-92F3-1B6F7AD6A0CE}"/>
              </a:ext>
            </a:extLst>
          </p:cNvPr>
          <p:cNvSpPr txBox="1"/>
          <p:nvPr/>
        </p:nvSpPr>
        <p:spPr>
          <a:xfrm>
            <a:off x="4676246" y="1686781"/>
            <a:ext cx="436979" cy="215444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Quoted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B0B5D7-928A-9029-194C-1E9529AFFEA5}"/>
              </a:ext>
            </a:extLst>
          </p:cNvPr>
          <p:cNvSpPr txBox="1"/>
          <p:nvPr/>
        </p:nvSpPr>
        <p:spPr>
          <a:xfrm>
            <a:off x="3790136" y="1138036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25%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19B0ED-6522-60F6-2C15-A0A44CB48EA0}"/>
              </a:ext>
            </a:extLst>
          </p:cNvPr>
          <p:cNvSpPr txBox="1"/>
          <p:nvPr/>
        </p:nvSpPr>
        <p:spPr>
          <a:xfrm>
            <a:off x="3787654" y="912754"/>
            <a:ext cx="53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Wining </a:t>
            </a:r>
          </a:p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D1909B-17D3-053A-C290-237954BF19E5}"/>
              </a:ext>
            </a:extLst>
          </p:cNvPr>
          <p:cNvSpPr txBox="1"/>
          <p:nvPr/>
        </p:nvSpPr>
        <p:spPr>
          <a:xfrm>
            <a:off x="820147" y="93578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84%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D7C1399F-5080-93BA-34A7-FB5943DC3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77" y="2255047"/>
            <a:ext cx="2567422" cy="16027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4DCA9EA-CFF4-5C6F-A704-899D2765F3D6}"/>
              </a:ext>
            </a:extLst>
          </p:cNvPr>
          <p:cNvSpPr txBox="1"/>
          <p:nvPr/>
        </p:nvSpPr>
        <p:spPr>
          <a:xfrm>
            <a:off x="921951" y="2041737"/>
            <a:ext cx="9797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 Vs Actual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C8AC24-5D43-8908-ABE5-0E63D2291A02}"/>
              </a:ext>
            </a:extLst>
          </p:cNvPr>
          <p:cNvSpPr txBox="1"/>
          <p:nvPr/>
        </p:nvSpPr>
        <p:spPr>
          <a:xfrm>
            <a:off x="3572362" y="2049358"/>
            <a:ext cx="13292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10 Projects booked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45568F-7B40-31A8-4D6E-13D76770DD40}"/>
              </a:ext>
            </a:extLst>
          </p:cNvPr>
          <p:cNvSpPr txBox="1"/>
          <p:nvPr/>
        </p:nvSpPr>
        <p:spPr>
          <a:xfrm>
            <a:off x="6307268" y="2049358"/>
            <a:ext cx="1669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10 Customer’s job booked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200900C-9AA2-AAFD-5333-73F7D05BB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89" y="2252659"/>
            <a:ext cx="2666505" cy="160487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06C9AFD7-7C41-0249-7662-69E34A1D8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964" y="2252659"/>
            <a:ext cx="2662960" cy="1602740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34F4091B-4707-912E-E8BB-E088FAFADE1E}"/>
              </a:ext>
            </a:extLst>
          </p:cNvPr>
          <p:cNvSpPr txBox="1"/>
          <p:nvPr/>
        </p:nvSpPr>
        <p:spPr>
          <a:xfrm>
            <a:off x="3790136" y="1672270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84%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5EC1FC0-5371-44DC-0C1F-D7808F758356}"/>
              </a:ext>
            </a:extLst>
          </p:cNvPr>
          <p:cNvSpPr txBox="1"/>
          <p:nvPr/>
        </p:nvSpPr>
        <p:spPr>
          <a:xfrm>
            <a:off x="3801279" y="1446988"/>
            <a:ext cx="5100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Losing </a:t>
            </a:r>
          </a:p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rate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414311-8BB0-57C0-5F4F-CAD52F4AB9EE}"/>
              </a:ext>
            </a:extLst>
          </p:cNvPr>
          <p:cNvCxnSpPr>
            <a:cxnSpLocks/>
          </p:cNvCxnSpPr>
          <p:nvPr/>
        </p:nvCxnSpPr>
        <p:spPr>
          <a:xfrm>
            <a:off x="5180384" y="1626657"/>
            <a:ext cx="105115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4F2429D-8238-DA45-D35B-C162A12EC387}"/>
              </a:ext>
            </a:extLst>
          </p:cNvPr>
          <p:cNvSpPr txBox="1"/>
          <p:nvPr/>
        </p:nvSpPr>
        <p:spPr>
          <a:xfrm>
            <a:off x="4833340" y="1344654"/>
            <a:ext cx="279885" cy="215444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Lost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86FD14F-09D0-E690-F202-34F630D87EAF}"/>
              </a:ext>
            </a:extLst>
          </p:cNvPr>
          <p:cNvSpPr txBox="1"/>
          <p:nvPr/>
        </p:nvSpPr>
        <p:spPr>
          <a:xfrm>
            <a:off x="5074388" y="1245646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524,656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29868D9-D542-C8EB-ED53-FD533CCF3E28}"/>
              </a:ext>
            </a:extLst>
          </p:cNvPr>
          <p:cNvSpPr txBox="1"/>
          <p:nvPr/>
        </p:nvSpPr>
        <p:spPr>
          <a:xfrm>
            <a:off x="7005624" y="678651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Prospect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CC26ED60-9799-1F0B-E13B-9239129E7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370" y="925052"/>
            <a:ext cx="1781629" cy="1070873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A6947522-609F-8E7D-E2B2-90BC046F882D}"/>
              </a:ext>
            </a:extLst>
          </p:cNvPr>
          <p:cNvSpPr txBox="1"/>
          <p:nvPr/>
        </p:nvSpPr>
        <p:spPr>
          <a:xfrm>
            <a:off x="201690" y="3949778"/>
            <a:ext cx="5966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19DE4F48-25CB-804B-1E15-AF76D6BA336B}"/>
              </a:ext>
            </a:extLst>
          </p:cNvPr>
          <p:cNvSpPr/>
          <p:nvPr/>
        </p:nvSpPr>
        <p:spPr>
          <a:xfrm>
            <a:off x="244780" y="4131843"/>
            <a:ext cx="1346380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9A50152-7A04-C78E-DED3-FC5C47F72C6F}"/>
              </a:ext>
            </a:extLst>
          </p:cNvPr>
          <p:cNvGrpSpPr/>
          <p:nvPr/>
        </p:nvGrpSpPr>
        <p:grpSpPr>
          <a:xfrm>
            <a:off x="1451249" y="4243368"/>
            <a:ext cx="83820" cy="55148"/>
            <a:chOff x="2529840" y="902208"/>
            <a:chExt cx="186812" cy="79281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FD705AA-5944-283A-8585-F94C31C0C983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B6F4FDC-0D8C-6DF8-C287-E8D222552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495DB51F-290F-3B87-2D1F-DBD36D3E20B1}"/>
              </a:ext>
            </a:extLst>
          </p:cNvPr>
          <p:cNvSpPr txBox="1"/>
          <p:nvPr/>
        </p:nvSpPr>
        <p:spPr>
          <a:xfrm>
            <a:off x="1612748" y="3949778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Selection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59E8BD92-103D-ADF6-23F2-90AAF490E7A5}"/>
              </a:ext>
            </a:extLst>
          </p:cNvPr>
          <p:cNvSpPr/>
          <p:nvPr/>
        </p:nvSpPr>
        <p:spPr>
          <a:xfrm>
            <a:off x="1655838" y="4131843"/>
            <a:ext cx="1346380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BA81730-A2C5-EEC5-0E7F-0E7670D4573E}"/>
              </a:ext>
            </a:extLst>
          </p:cNvPr>
          <p:cNvGrpSpPr/>
          <p:nvPr/>
        </p:nvGrpSpPr>
        <p:grpSpPr>
          <a:xfrm>
            <a:off x="2862307" y="4243368"/>
            <a:ext cx="83820" cy="55148"/>
            <a:chOff x="2529840" y="902208"/>
            <a:chExt cx="186812" cy="79281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6D60DC0-EDF4-31E9-7F72-EC393DBA869E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F1E84DD-C3F1-D9A6-6757-649C590C4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E4BA4E8F-FD9D-3A30-6101-0354CCDB1F76}"/>
              </a:ext>
            </a:extLst>
          </p:cNvPr>
          <p:cNvSpPr txBox="1"/>
          <p:nvPr/>
        </p:nvSpPr>
        <p:spPr>
          <a:xfrm>
            <a:off x="3023806" y="3949778"/>
            <a:ext cx="6687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 name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C938E3F1-011C-9DE1-D587-F8641592F008}"/>
              </a:ext>
            </a:extLst>
          </p:cNvPr>
          <p:cNvSpPr/>
          <p:nvPr/>
        </p:nvSpPr>
        <p:spPr>
          <a:xfrm>
            <a:off x="3066896" y="4131843"/>
            <a:ext cx="1346380" cy="261610"/>
          </a:xfrm>
          <a:prstGeom prst="round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B15EEEE-1107-9CE9-11A5-F2273F75C70C}"/>
              </a:ext>
            </a:extLst>
          </p:cNvPr>
          <p:cNvGrpSpPr/>
          <p:nvPr/>
        </p:nvGrpSpPr>
        <p:grpSpPr>
          <a:xfrm>
            <a:off x="4273365" y="4243368"/>
            <a:ext cx="83820" cy="55148"/>
            <a:chOff x="2529840" y="902208"/>
            <a:chExt cx="186812" cy="79281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286B7AC-043A-1152-7997-07F6968DF6B5}"/>
                </a:ext>
              </a:extLst>
            </p:cNvPr>
            <p:cNvCxnSpPr/>
            <p:nvPr/>
          </p:nvCxnSpPr>
          <p:spPr>
            <a:xfrm flipH="1" flipV="1">
              <a:off x="252984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69554CC-C903-7B7A-970F-4C8A6300EC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902208"/>
              <a:ext cx="95372" cy="79281"/>
            </a:xfrm>
            <a:prstGeom prst="line">
              <a:avLst/>
            </a:prstGeom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60E7CD11-C57B-D732-F030-85083591C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486" y="4455367"/>
            <a:ext cx="4088821" cy="2256312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4CF5115F-F251-40D8-845F-8BFB40778D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636" y="4455368"/>
            <a:ext cx="3733226" cy="2246894"/>
          </a:xfrm>
          <a:prstGeom prst="rect">
            <a:avLst/>
          </a:prstGeom>
        </p:spPr>
      </p:pic>
      <p:pic>
        <p:nvPicPr>
          <p:cNvPr id="1026" name="Picture 2" descr="Funnel Chart Templates for Impactful Analytics | Visme">
            <a:extLst>
              <a:ext uri="{FF2B5EF4-FFF2-40B4-BE49-F238E27FC236}">
                <a16:creationId xmlns:a16="http://schemas.microsoft.com/office/drawing/2014/main" id="{574DD635-2703-52B0-307C-752BA84C8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8526460" y="469511"/>
            <a:ext cx="3354368" cy="472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02D0B623-7CBB-3748-CEAA-48D304DD3801}"/>
              </a:ext>
            </a:extLst>
          </p:cNvPr>
          <p:cNvSpPr txBox="1"/>
          <p:nvPr/>
        </p:nvSpPr>
        <p:spPr>
          <a:xfrm>
            <a:off x="257914" y="4146794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DD95634-AABF-A0E6-3743-94469D9324D9}"/>
              </a:ext>
            </a:extLst>
          </p:cNvPr>
          <p:cNvSpPr txBox="1"/>
          <p:nvPr/>
        </p:nvSpPr>
        <p:spPr>
          <a:xfrm>
            <a:off x="1663757" y="4146794"/>
            <a:ext cx="7777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- 1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9EEBB69-C139-E2EE-C1B2-EE476506BA70}"/>
              </a:ext>
            </a:extLst>
          </p:cNvPr>
          <p:cNvSpPr txBox="1"/>
          <p:nvPr/>
        </p:nvSpPr>
        <p:spPr>
          <a:xfrm>
            <a:off x="3039917" y="4146794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096F9FF-1317-84FF-6479-2B16D971C11C}"/>
              </a:ext>
            </a:extLst>
          </p:cNvPr>
          <p:cNvSpPr txBox="1"/>
          <p:nvPr/>
        </p:nvSpPr>
        <p:spPr>
          <a:xfrm>
            <a:off x="1359103" y="251397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3B17393-5C98-CFBE-04BB-4B577FDE9326}"/>
              </a:ext>
            </a:extLst>
          </p:cNvPr>
          <p:cNvSpPr txBox="1"/>
          <p:nvPr/>
        </p:nvSpPr>
        <p:spPr>
          <a:xfrm>
            <a:off x="2782578" y="251397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460F8FB1-73C7-41FF-016A-3CB8CCB86896}"/>
              </a:ext>
            </a:extLst>
          </p:cNvPr>
          <p:cNvSpPr txBox="1"/>
          <p:nvPr/>
        </p:nvSpPr>
        <p:spPr>
          <a:xfrm>
            <a:off x="4209266" y="251397"/>
            <a:ext cx="301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37052976-F238-0432-FD2D-2EBE714ED933}"/>
              </a:ext>
            </a:extLst>
          </p:cNvPr>
          <p:cNvSpPr txBox="1"/>
          <p:nvPr/>
        </p:nvSpPr>
        <p:spPr>
          <a:xfrm>
            <a:off x="414687" y="241515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</a:p>
        </p:txBody>
      </p:sp>
      <p:pic>
        <p:nvPicPr>
          <p:cNvPr id="1033" name="Picture 4" descr="Funnel Chart Templates for Impactful Analytics | Visme">
            <a:extLst>
              <a:ext uri="{FF2B5EF4-FFF2-40B4-BE49-F238E27FC236}">
                <a16:creationId xmlns:a16="http://schemas.microsoft.com/office/drawing/2014/main" id="{11EFF64B-D36C-BC8B-44E1-410A4F143B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t="54735" r="47002" b="8928"/>
          <a:stretch>
            <a:fillRect/>
          </a:stretch>
        </p:blipFill>
        <p:spPr bwMode="auto">
          <a:xfrm>
            <a:off x="8526460" y="5188299"/>
            <a:ext cx="3360740" cy="158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B9ECA226-E19B-31FB-9422-39B90FD29AF2}"/>
              </a:ext>
            </a:extLst>
          </p:cNvPr>
          <p:cNvSpPr txBox="1"/>
          <p:nvPr/>
        </p:nvSpPr>
        <p:spPr>
          <a:xfrm>
            <a:off x="4640875" y="678651"/>
            <a:ext cx="6046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Prospect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DB29FCD-017D-68D7-86F3-B15A3E334EF1}"/>
              </a:ext>
            </a:extLst>
          </p:cNvPr>
          <p:cNvSpPr/>
          <p:nvPr/>
        </p:nvSpPr>
        <p:spPr>
          <a:xfrm>
            <a:off x="6307268" y="139603"/>
            <a:ext cx="432408" cy="4324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685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144FDCC-52CC-53D2-FCEC-62A2A41DFFBD}"/>
              </a:ext>
            </a:extLst>
          </p:cNvPr>
          <p:cNvSpPr txBox="1"/>
          <p:nvPr/>
        </p:nvSpPr>
        <p:spPr>
          <a:xfrm>
            <a:off x="3226157" y="1524728"/>
            <a:ext cx="2037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Low Chance (25%)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7B6770-EDF0-53FD-78BE-73DBD065922D}"/>
              </a:ext>
            </a:extLst>
          </p:cNvPr>
          <p:cNvSpPr txBox="1"/>
          <p:nvPr/>
        </p:nvSpPr>
        <p:spPr>
          <a:xfrm>
            <a:off x="3060984" y="2146193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50-50 Chance (50%)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A2A2BA-0C00-E017-48D8-F0B8088266F0}"/>
              </a:ext>
            </a:extLst>
          </p:cNvPr>
          <p:cNvSpPr txBox="1"/>
          <p:nvPr/>
        </p:nvSpPr>
        <p:spPr>
          <a:xfrm>
            <a:off x="2818931" y="2815722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Medium Chance (75%)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8F20C6-EC79-AEB8-A784-A57A5A91726B}"/>
              </a:ext>
            </a:extLst>
          </p:cNvPr>
          <p:cNvSpPr txBox="1"/>
          <p:nvPr/>
        </p:nvSpPr>
        <p:spPr>
          <a:xfrm>
            <a:off x="3176400" y="3504655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High Chance (90%)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B7A14-A687-7CC2-58AF-A2756B62C8D9}"/>
              </a:ext>
            </a:extLst>
          </p:cNvPr>
          <p:cNvSpPr txBox="1"/>
          <p:nvPr/>
        </p:nvSpPr>
        <p:spPr>
          <a:xfrm>
            <a:off x="2698642" y="4378254"/>
            <a:ext cx="256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Very High Chance (99%)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A92B5FD-6991-8C4F-E946-22359FF18CD7}"/>
              </a:ext>
            </a:extLst>
          </p:cNvPr>
          <p:cNvSpPr/>
          <p:nvPr/>
        </p:nvSpPr>
        <p:spPr>
          <a:xfrm rot="10800000">
            <a:off x="5203687" y="1292707"/>
            <a:ext cx="4144145" cy="3572539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10426C52-709D-90CA-CD45-6952D83045FD}"/>
              </a:ext>
            </a:extLst>
          </p:cNvPr>
          <p:cNvSpPr/>
          <p:nvPr/>
        </p:nvSpPr>
        <p:spPr>
          <a:xfrm rot="10800000">
            <a:off x="5625102" y="2035673"/>
            <a:ext cx="3284981" cy="2831880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D54A285-D808-8BBF-5D69-603DB1258B75}"/>
              </a:ext>
            </a:extLst>
          </p:cNvPr>
          <p:cNvSpPr/>
          <p:nvPr/>
        </p:nvSpPr>
        <p:spPr>
          <a:xfrm rot="10800000">
            <a:off x="6043316" y="2730338"/>
            <a:ext cx="2476491" cy="2134907"/>
          </a:xfrm>
          <a:prstGeom prst="triangl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A04218C-8DFE-A3E2-7C16-5E2CBAF94F8B}"/>
              </a:ext>
            </a:extLst>
          </p:cNvPr>
          <p:cNvSpPr/>
          <p:nvPr/>
        </p:nvSpPr>
        <p:spPr>
          <a:xfrm rot="10800000">
            <a:off x="6344572" y="3265511"/>
            <a:ext cx="1855691" cy="1599734"/>
          </a:xfrm>
          <a:prstGeom prst="triangl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A3FBA1A-47D8-62D2-8365-7A90BB8C53E0}"/>
              </a:ext>
            </a:extLst>
          </p:cNvPr>
          <p:cNvSpPr/>
          <p:nvPr/>
        </p:nvSpPr>
        <p:spPr>
          <a:xfrm rot="10800000">
            <a:off x="6706168" y="3873987"/>
            <a:ext cx="1169899" cy="100853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D1515C-D491-CD52-867C-50860A5B99A1}"/>
              </a:ext>
            </a:extLst>
          </p:cNvPr>
          <p:cNvCxnSpPr/>
          <p:nvPr/>
        </p:nvCxnSpPr>
        <p:spPr>
          <a:xfrm flipH="1">
            <a:off x="5203687" y="1709394"/>
            <a:ext cx="839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5BFACF-C44C-DCDB-9E16-FA4887589BBB}"/>
              </a:ext>
            </a:extLst>
          </p:cNvPr>
          <p:cNvCxnSpPr/>
          <p:nvPr/>
        </p:nvCxnSpPr>
        <p:spPr>
          <a:xfrm flipH="1">
            <a:off x="5203687" y="2328411"/>
            <a:ext cx="839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3F72DF-0C33-8D3E-8528-4F2A291B6F02}"/>
              </a:ext>
            </a:extLst>
          </p:cNvPr>
          <p:cNvCxnSpPr>
            <a:cxnSpLocks/>
          </p:cNvCxnSpPr>
          <p:nvPr/>
        </p:nvCxnSpPr>
        <p:spPr>
          <a:xfrm flipH="1">
            <a:off x="5203687" y="3000388"/>
            <a:ext cx="1229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184159-EF89-69BD-D4D2-3F555F661801}"/>
              </a:ext>
            </a:extLst>
          </p:cNvPr>
          <p:cNvCxnSpPr>
            <a:cxnSpLocks/>
          </p:cNvCxnSpPr>
          <p:nvPr/>
        </p:nvCxnSpPr>
        <p:spPr>
          <a:xfrm flipH="1">
            <a:off x="5203687" y="3701960"/>
            <a:ext cx="15024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C63191-497F-CB14-222C-02342C56547B}"/>
              </a:ext>
            </a:extLst>
          </p:cNvPr>
          <p:cNvCxnSpPr>
            <a:cxnSpLocks/>
          </p:cNvCxnSpPr>
          <p:nvPr/>
        </p:nvCxnSpPr>
        <p:spPr>
          <a:xfrm flipH="1">
            <a:off x="5203687" y="4554117"/>
            <a:ext cx="20639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B704E09-353C-D200-DD1B-CB021E8FADDC}"/>
              </a:ext>
            </a:extLst>
          </p:cNvPr>
          <p:cNvSpPr txBox="1"/>
          <p:nvPr/>
        </p:nvSpPr>
        <p:spPr>
          <a:xfrm>
            <a:off x="7151782" y="1448152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102DD8-5CD4-97AA-00FB-E8ED431FF6FB}"/>
              </a:ext>
            </a:extLst>
          </p:cNvPr>
          <p:cNvSpPr txBox="1"/>
          <p:nvPr/>
        </p:nvSpPr>
        <p:spPr>
          <a:xfrm>
            <a:off x="7151782" y="218067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286545-82F7-0A33-6D33-7D128EBDAFD2}"/>
              </a:ext>
            </a:extLst>
          </p:cNvPr>
          <p:cNvSpPr txBox="1"/>
          <p:nvPr/>
        </p:nvSpPr>
        <p:spPr>
          <a:xfrm>
            <a:off x="7002920" y="2797870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7.9k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91659A-0687-9EBC-9CEE-50A89E6CB490}"/>
              </a:ext>
            </a:extLst>
          </p:cNvPr>
          <p:cNvSpPr txBox="1"/>
          <p:nvPr/>
        </p:nvSpPr>
        <p:spPr>
          <a:xfrm>
            <a:off x="6917856" y="3362804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56.5k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013767-224E-A714-EB66-EB30C72EEA53}"/>
              </a:ext>
            </a:extLst>
          </p:cNvPr>
          <p:cNvSpPr txBox="1"/>
          <p:nvPr/>
        </p:nvSpPr>
        <p:spPr>
          <a:xfrm>
            <a:off x="6971021" y="3960362"/>
            <a:ext cx="67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5.6k</a:t>
            </a:r>
          </a:p>
        </p:txBody>
      </p:sp>
    </p:spTree>
    <p:extLst>
      <p:ext uri="{BB962C8B-B14F-4D97-AF65-F5344CB8AC3E}">
        <p14:creationId xmlns:p14="http://schemas.microsoft.com/office/powerpoint/2010/main" val="2299977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117</Words>
  <Application>Microsoft Office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Naidu</dc:creator>
  <cp:lastModifiedBy>Mohan Naidu</cp:lastModifiedBy>
  <cp:revision>1</cp:revision>
  <dcterms:created xsi:type="dcterms:W3CDTF">2026-01-30T06:52:37Z</dcterms:created>
  <dcterms:modified xsi:type="dcterms:W3CDTF">2026-02-02T09:02:03Z</dcterms:modified>
</cp:coreProperties>
</file>