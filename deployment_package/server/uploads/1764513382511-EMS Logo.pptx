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FFFF"/>
    <a:srgbClr val="415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0E98A-DB04-48A8-80D1-4A61A183578B}" v="1" dt="2025-11-29T06:35:41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-965" y="-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Naidu" userId="cfd67924-db9d-460a-b9cc-a86638b55919" providerId="ADAL" clId="{72F2CC67-F7B5-49EE-9E50-3C080D9C5407}"/>
    <pc:docChg chg="modSld">
      <pc:chgData name="Mohan Naidu" userId="cfd67924-db9d-460a-b9cc-a86638b55919" providerId="ADAL" clId="{72F2CC67-F7B5-49EE-9E50-3C080D9C5407}" dt="2025-11-29T06:54:16.001" v="145" actId="1036"/>
      <pc:docMkLst>
        <pc:docMk/>
      </pc:docMkLst>
      <pc:sldChg chg="addSp modSp mod">
        <pc:chgData name="Mohan Naidu" userId="cfd67924-db9d-460a-b9cc-a86638b55919" providerId="ADAL" clId="{72F2CC67-F7B5-49EE-9E50-3C080D9C5407}" dt="2025-11-29T06:54:16.001" v="145" actId="1036"/>
        <pc:sldMkLst>
          <pc:docMk/>
          <pc:sldMk cId="3671169953" sldId="256"/>
        </pc:sldMkLst>
        <pc:spChg chg="mod">
          <ac:chgData name="Mohan Naidu" userId="cfd67924-db9d-460a-b9cc-a86638b55919" providerId="ADAL" clId="{72F2CC67-F7B5-49EE-9E50-3C080D9C5407}" dt="2025-11-29T06:35:41.519" v="0" actId="164"/>
          <ac:spMkLst>
            <pc:docMk/>
            <pc:sldMk cId="3671169953" sldId="256"/>
            <ac:spMk id="4" creationId="{4819D665-4C65-9003-EDA8-1D457A031F1A}"/>
          </ac:spMkLst>
        </pc:spChg>
        <pc:spChg chg="mod">
          <ac:chgData name="Mohan Naidu" userId="cfd67924-db9d-460a-b9cc-a86638b55919" providerId="ADAL" clId="{72F2CC67-F7B5-49EE-9E50-3C080D9C5407}" dt="2025-11-29T06:52:06.692" v="68" actId="1037"/>
          <ac:spMkLst>
            <pc:docMk/>
            <pc:sldMk cId="3671169953" sldId="256"/>
            <ac:spMk id="5" creationId="{0D05E1EC-DDF7-6E60-9231-6A7BAF8BEC0C}"/>
          </ac:spMkLst>
        </pc:spChg>
        <pc:spChg chg="mod">
          <ac:chgData name="Mohan Naidu" userId="cfd67924-db9d-460a-b9cc-a86638b55919" providerId="ADAL" clId="{72F2CC67-F7B5-49EE-9E50-3C080D9C5407}" dt="2025-11-29T06:54:16.001" v="145" actId="1036"/>
          <ac:spMkLst>
            <pc:docMk/>
            <pc:sldMk cId="3671169953" sldId="256"/>
            <ac:spMk id="13" creationId="{CE5D50BE-B5AB-43C9-74BE-05E2A42F96F0}"/>
          </ac:spMkLst>
        </pc:spChg>
        <pc:spChg chg="mod">
          <ac:chgData name="Mohan Naidu" userId="cfd67924-db9d-460a-b9cc-a86638b55919" providerId="ADAL" clId="{72F2CC67-F7B5-49EE-9E50-3C080D9C5407}" dt="2025-11-29T06:49:19.758" v="47" actId="207"/>
          <ac:spMkLst>
            <pc:docMk/>
            <pc:sldMk cId="3671169953" sldId="256"/>
            <ac:spMk id="15" creationId="{2C034A0A-EA91-61F5-6448-66088667A8D5}"/>
          </ac:spMkLst>
        </pc:spChg>
        <pc:grpChg chg="mod">
          <ac:chgData name="Mohan Naidu" userId="cfd67924-db9d-460a-b9cc-a86638b55919" providerId="ADAL" clId="{72F2CC67-F7B5-49EE-9E50-3C080D9C5407}" dt="2025-11-29T06:35:41.519" v="0" actId="164"/>
          <ac:grpSpMkLst>
            <pc:docMk/>
            <pc:sldMk cId="3671169953" sldId="256"/>
            <ac:grpSpMk id="18" creationId="{96E312EE-BE34-787A-68DE-530285ACA36A}"/>
          </ac:grpSpMkLst>
        </pc:grpChg>
        <pc:grpChg chg="add mod">
          <ac:chgData name="Mohan Naidu" userId="cfd67924-db9d-460a-b9cc-a86638b55919" providerId="ADAL" clId="{72F2CC67-F7B5-49EE-9E50-3C080D9C5407}" dt="2025-11-29T06:35:41.519" v="0" actId="164"/>
          <ac:grpSpMkLst>
            <pc:docMk/>
            <pc:sldMk cId="3671169953" sldId="256"/>
            <ac:grpSpMk id="19" creationId="{3ADF9D35-5926-3A7C-2586-3F8EB54DB4D9}"/>
          </ac:grpSpMkLst>
        </pc:grpChg>
        <pc:cxnChg chg="mod">
          <ac:chgData name="Mohan Naidu" userId="cfd67924-db9d-460a-b9cc-a86638b55919" providerId="ADAL" clId="{72F2CC67-F7B5-49EE-9E50-3C080D9C5407}" dt="2025-11-29T06:51:32.304" v="61" actId="14100"/>
          <ac:cxnSpMkLst>
            <pc:docMk/>
            <pc:sldMk cId="3671169953" sldId="256"/>
            <ac:cxnSpMk id="9" creationId="{9941AD68-1244-8755-E4E4-02632662793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C62C-AD12-AB7B-337A-2C5DA7D39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D809B-2324-6FBA-C8E1-5B817BDD5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6F332-1DC8-8847-42DA-6CDCBFD5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82F98-6ADD-B0FD-B725-363E9D6E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AA42-53E7-171B-184C-6EB83D188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89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EF8B-3676-CC43-2D39-60A1FD1C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78E73-6BAD-B7F4-65D0-1A337AD13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5C86-25AB-7A58-514B-1BBF6F67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EF609-3832-6810-FCA5-5E52AB13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9BE30-BF23-D704-ECDA-C4044F71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6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41EFB-0169-A359-5BDB-5E53357A2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BAB4C-7647-6084-699A-B46C05EE5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E7F6D-291C-3D19-E45C-7BE11DD5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BA0FB-A6B4-9F83-9910-862E0D6C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4AE8C-A88C-5390-04F9-1F594E5A6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34DB-7859-A39A-D2D6-E7DBCC22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BCDB-14DE-B2FC-7571-E893DE31B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36223-00EE-7245-C4E8-4BBBBB4D9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2A7CF-C949-8C64-EEEB-FF2C57A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510FD-2305-B52C-F2BC-4D2EE16D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F09A7-E76B-0C91-DC7F-4D76969A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3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B578-E89F-0FC8-4585-66181720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7D2AC-6FBD-5796-CBD6-78F1B9FD8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E2C4E-C5AD-E70C-B314-ADB928E71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BD878-ED10-2F4F-AD71-6135F9711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5697A-39EA-82E5-9E3E-BB53553A6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2F0903-B358-E98D-8A95-BBE0EDD11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F921E-4E1F-543E-AC1D-42AE02B9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BA215-C1F2-F141-E086-8AE80C3E3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5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E957-2AB4-8403-D973-BAC9DC8A4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C38852-D7C0-448D-E5CA-6D011A9A6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6AF0D-9DF8-9D19-8E8F-0CF9C501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3E920-3E61-3977-CD85-1F1CEA53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5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0C82C7-5AD5-DCE0-9F83-E0CA3ACB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28904D-AD3E-3BA4-429C-A6F5F247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36081-17A5-698D-0514-6D7056C6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66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887B5-4D5F-BBE4-C7EE-BCAB2543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B9AE6-E285-E3C6-9355-CFD26796B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4A4CA-D3B3-CDCA-CCCF-F95A71A4F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D659C-A102-B981-3D1D-8B5D5DD1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F5A29-BEFF-9178-A954-53066CDF2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B579C-3CF3-E9E1-02FE-6EAF1EFA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9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389F-C418-BD77-6B64-2636BB62C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50370C-9BB2-35D5-755F-68AABA590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2EEB8-B0BD-0EB9-3113-6E757A971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D6117-68C2-B823-B9AF-5DA95CB29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3719A-2BBC-1B7B-E032-B9BC681E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A825F-DBBE-8532-31A0-2FC77436F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67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5804-FD33-3669-65EF-12490F86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07A564-B8B0-35F4-1446-42E2AC526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CB457-B74D-3D5E-64C7-73C21EBC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B34CF-8F78-2F71-84E5-46538F9E4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D2296-2FC1-0B4C-B9E8-1E31BB6C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34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48B793-D689-CFD5-0BAC-999F00D11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19A32-5410-6464-A700-7A81BAD41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1A0B3-5434-D756-AF7F-8EB4641F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C4EDD-AB4F-8E86-2352-DF73CF958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1F11A-A7DF-657E-8749-C9AF7D48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9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F5359-8455-9AC8-2FFA-8C4E08810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8D60-259F-A241-8A98-9FE2464A8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A13BA-6CAE-5834-0356-538440E94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4C498-D99E-48FA-8A96-87C73889155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6930E-0DB9-21D8-3BBD-BD235754C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806D3-FFB2-D9CD-FBE0-D8A6DD666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6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ADF9D35-5926-3A7C-2586-3F8EB54DB4D9}"/>
              </a:ext>
            </a:extLst>
          </p:cNvPr>
          <p:cNvGrpSpPr/>
          <p:nvPr/>
        </p:nvGrpSpPr>
        <p:grpSpPr>
          <a:xfrm>
            <a:off x="3746500" y="1702991"/>
            <a:ext cx="5398591" cy="2321372"/>
            <a:chOff x="3746500" y="1702991"/>
            <a:chExt cx="5398591" cy="232137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819D665-4C65-9003-EDA8-1D457A031F1A}"/>
                </a:ext>
              </a:extLst>
            </p:cNvPr>
            <p:cNvSpPr txBox="1"/>
            <p:nvPr/>
          </p:nvSpPr>
          <p:spPr>
            <a:xfrm>
              <a:off x="3746500" y="1702991"/>
              <a:ext cx="4192173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800" b="1" dirty="0">
                  <a:solidFill>
                    <a:srgbClr val="FF0066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Montserrat Bold"/>
                  <a:cs typeface="Segoe UI" panose="020B0502040204020203" pitchFamily="34" charset="0"/>
                </a:rPr>
                <a:t>EMS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D05E1EC-DDF7-6E60-9231-6A7BAF8BEC0C}"/>
                </a:ext>
              </a:extLst>
            </p:cNvPr>
            <p:cNvSpPr txBox="1"/>
            <p:nvPr/>
          </p:nvSpPr>
          <p:spPr>
            <a:xfrm>
              <a:off x="3876229" y="3513074"/>
              <a:ext cx="40266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ENQUIRY MANAGEMENT SYSTEM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941AD68-1244-8755-E4E4-026326627937}"/>
                </a:ext>
              </a:extLst>
            </p:cNvPr>
            <p:cNvCxnSpPr>
              <a:cxnSpLocks/>
            </p:cNvCxnSpPr>
            <p:nvPr/>
          </p:nvCxnSpPr>
          <p:spPr>
            <a:xfrm>
              <a:off x="3980688" y="3549650"/>
              <a:ext cx="3763807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5D50BE-B5AB-43C9-74BE-05E2A42F96F0}"/>
                </a:ext>
              </a:extLst>
            </p:cNvPr>
            <p:cNvSpPr txBox="1"/>
            <p:nvPr/>
          </p:nvSpPr>
          <p:spPr>
            <a:xfrm>
              <a:off x="5536737" y="3808919"/>
              <a:ext cx="233589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Powered by Almoayyed Air Conditioning - BMS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6E312EE-BE34-787A-68DE-530285ACA36A}"/>
                </a:ext>
              </a:extLst>
            </p:cNvPr>
            <p:cNvGrpSpPr/>
            <p:nvPr/>
          </p:nvGrpSpPr>
          <p:grpSpPr>
            <a:xfrm>
              <a:off x="7911795" y="2188330"/>
              <a:ext cx="1233296" cy="1233296"/>
              <a:chOff x="2246939" y="2092811"/>
              <a:chExt cx="1617036" cy="161703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3BF9F51-0E7D-1A63-15EF-FDD1FDADD1AE}"/>
                  </a:ext>
                </a:extLst>
              </p:cNvPr>
              <p:cNvSpPr/>
              <p:nvPr/>
            </p:nvSpPr>
            <p:spPr>
              <a:xfrm>
                <a:off x="2246939" y="2092811"/>
                <a:ext cx="1617036" cy="1617036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66"/>
                  </a:solidFill>
                </a:endParaRPr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2C034A0A-EA91-61F5-6448-66088667A8D5}"/>
                  </a:ext>
                </a:extLst>
              </p:cNvPr>
              <p:cNvSpPr/>
              <p:nvPr/>
            </p:nvSpPr>
            <p:spPr>
              <a:xfrm rot="5400000">
                <a:off x="2646013" y="2391844"/>
                <a:ext cx="1182004" cy="1018970"/>
              </a:xfrm>
              <a:prstGeom prst="triangl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1169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Montserrat Bold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Naidu</dc:creator>
  <cp:lastModifiedBy>Mohan Naidu</cp:lastModifiedBy>
  <cp:revision>1</cp:revision>
  <dcterms:created xsi:type="dcterms:W3CDTF">2025-11-27T14:23:42Z</dcterms:created>
  <dcterms:modified xsi:type="dcterms:W3CDTF">2025-11-29T06:54:17Z</dcterms:modified>
</cp:coreProperties>
</file>